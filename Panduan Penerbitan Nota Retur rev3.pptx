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01" r:id="rId3"/>
    <p:sldId id="307" r:id="rId4"/>
    <p:sldId id="302" r:id="rId5"/>
    <p:sldId id="257" r:id="rId6"/>
    <p:sldId id="306" r:id="rId7"/>
    <p:sldId id="300" r:id="rId8"/>
    <p:sldId id="295" r:id="rId9"/>
    <p:sldId id="296" r:id="rId10"/>
    <p:sldId id="297" r:id="rId11"/>
    <p:sldId id="305" r:id="rId12"/>
    <p:sldId id="298" r:id="rId13"/>
    <p:sldId id="299" r:id="rId14"/>
    <p:sldId id="304" r:id="rId15"/>
    <p:sldId id="303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B9647"/>
    <a:srgbClr val="F2F8FA"/>
    <a:srgbClr val="28A1AD"/>
    <a:srgbClr val="498ECC"/>
    <a:srgbClr val="045AA7"/>
    <a:srgbClr val="1C3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4"/>
    <p:restoredTop sz="96197"/>
  </p:normalViewPr>
  <p:slideViewPr>
    <p:cSldViewPr snapToGrid="0">
      <p:cViewPr>
        <p:scale>
          <a:sx n="75" d="100"/>
          <a:sy n="75" d="100"/>
        </p:scale>
        <p:origin x="648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22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1891 946 24514,'0'37'0,"-2"0"0,-2 0 0,-1 0 0,-2 0 0,-1-1 0,-1 0 0,-2-1 0,-1 0 0,-2 0 0,0-1 0,-2 0 0,-2-2 0,0 0 0,-3 0 0,0-2 0,-2-1 0,0 0 0,-1-1 0,-2-1 0,-1-1 0,-1-2 0,-1-1 0,0 0 0,-1-2 0,-2 0 0,0-3 0,0 0 0,-2-2 0,0-2 0,-1 0 0,0-2 0,0-1 0,-1-2 0,0-1 0,-1-1 0,0-2 0,0-1 0,0-2 0,0-2 0,-1 0 0,1-2 0,1-2 0,-1-1 0,1-2 0,-1-1 0,2-1 0,-2-2 0,2-1 0,0-2 0,2 0 0,0-2 0,0-2 0,0 0 0,2-3 0,0 0 0,2-2 0,1 0 0,0-1 0,0-2 0,4-1 0,-1-1 0,1-1 0,2 0 0,0-1 0,3-2 0,0 0 0,1 0 0,2-2 0,1 0 0,2-1 0,0 0 0,2 0 0,2-1 0,1 0 0,1-1 0,3 0 0,0 0 0,2 0 0,1 0 0,2-1 0,1 1 0,2 1 0,0-1 0,3 1 0,1-1 0,1 2 0,2-2 0,2 2 0,0 0 0,2 2 0,1 0 0,2 0 0,1 0 0,0 2 0,3 0 0,0 2 0,2 1 0,1 0 0,-1 0 0,4 4 0,0-1 0,0 1 0,1 2 0,2 0 0,0 3 0,2 0 0,0 1 0,0 2 0,0 1 0,2 2 0,0 0 0,2 2 0,-2 2 0,2 1 0,-1 1 0,1 3 0,-1 0 0,1 2 0,1 1 0,-1 2 0,0 1 0,0 2 0,0 0 0,0 3 0,-1 1 0,0 1 0,-1 2 0,0 2 0,0 0 0,-1 2 0,0 1 0,-2 2 0,0 1 0,0 0 0,-2 3 0,-1 0 0,0 2 0,-1 1 0,-1-1 0,-1 4 0,-2 0 0,-1 0 0,0 1 0,-2 2 0,0 0 0,-3 2 0,0 0 0,-2 0 0,-2 0 0,0 2 0,-2 0 0,-1 2 0,-2-2 0,-1 2 0,-1-1 0,-2 1 0,-1-1 0,-2 1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30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3002 653 24502,'-1'25'0,"-3"1"0,-2 0 0,-2-1 0,-2 0 0,-3 0 0,-2 0 0,-2 0 0,-2-1 0,-2 0 0,-3-1 0,-2 0 0,-2 0 0,-1-1 0,-3 0 0,-2-1 0,-1-1 0,-3 0 0,-1-1 0,-2-1 0,-1 0 0,-2-1 0,-2 0 0,-1-2 0,-1 0 0,-2-2 0,-1 0 0,-1 0 0,-1-2 0,-1-1 0,-1-1 0,0 0 0,-2-2 0,0 0 0,0-2 0,-1 0 0,-1-2 0,1 0 0,-1-2 0,0 0 0,0-2 0,0 0 0,0-2 0,1 0 0,0-2 0,1 0 0,-1-2 0,2 0 0,0-2 0,2 0 0,0-1 0,1-1 0,1-2 0,1 0 0,1 0 0,2-2 0,1 0 0,1-2 0,2 0 0,2-1 0,1 0 0,2-1 0,1-1 0,3 0 0,1-1 0,2-1 0,2 0 0,3-1 0,1 0 0,2 0 0,3-1 0,1 0 0,3-1 0,2 0 0,3 0 0,1 0 0,3 0 0,3-1 0,1 0 0,3 1 0,2-1 0,3 1 0,1-1 0,3 1 0,3-1 0,1 1 0,3 1 0,2-1 0,3 1 0,1 0 0,3 1 0,2-1 0,1 2 0,3 0 0,2 0 0,2 1 0,1 1 0,3 0 0,1 1 0,2 0 0,1 1 0,2 1 0,2 1 0,1 1 0,1 0 0,2 1 0,1 1 0,1 1 0,1 1 0,1 1 0,0 0 0,2 2 0,0 1 0,2 0 0,-1 2 0,1 0 0,0 2 0,1 0 0,0 2 0,0 0 0,0 2 0,0 0 0,-1 2 0,1 0 0,-1 2 0,-1 0 0,0 2 0,0 0 0,-2 1 0,0 2 0,-1 0 0,-1 1 0,-1 1 0,-1 1 0,-1 1 0,-2 1 0,-1 0 0,-1 1 0,-2 1 0,-2 1 0,-1 1 0,-2 0 0,-1 1 0,-3 0 0,-1 1 0,-2 1 0,-3 0 0,-1 0 0,-2 2 0,-2-1 0,-3 1 0,-2 0 0,-2 1 0,-2-1 0,-2 1 0,-3 1 0,-2-1 0,-2 1 0,-2-1 0,-3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9:22:38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3852 636 24514,'-2'24'0,"-2"1"0,-3 0 0,-4 0 0,-2 0 0,-3-1 0,-3 0 0,-3 0 0,-3 0 0,-3-1 0,-2 0 0,-3-1 0,-3 0 0,-2 0 0,-3-1 0,-2-1 0,-3 0 0,-2-1 0,-2 0 0,-2-1 0,-3-1 0,-1 0 0,-3-1 0,-1-1 0,-2-1 0,-2-1 0,-1 0 0,-2-1 0,-1-1 0,-1-1 0,-1-1 0,-2-1 0,0-1 0,-1 0 0,-1-2 0,-1-1 0,0 0 0,0-2 0,0 0 0,-1-2 0,0 0 0,1-2 0,0 0 0,0-2 0,0 0 0,1-1 0,1-2 0,1 0 0,0-1 0,2-1 0,1-1 0,1-1 0,1-1 0,2-1 0,1 0 0,2-1 0,2-1 0,1-1 0,3-1 0,1 0 0,3-1 0,1-1 0,3 0 0,3-1 0,2 0 0,2-1 0,3-1 0,2 0 0,3 0 0,3-1 0,2 0 0,3-1 0,3 0 0,3 0 0,3 0 0,3-1 0,2 0 0,4 0 0,2 0 0,4 1 0,2-1 0,4 0 0,2 0 0,4 0 0,2 1 0,3-1 0,3 1 0,3 0 0,3 1 0,3-1 0,2 1 0,3 1 0,3 0 0,2 0 0,3 1 0,2 1 0,2 0 0,3 1 0,3 0 0,1 1 0,3 1 0,1 0 0,3 1 0,1 1 0,2 1 0,2 1 0,1 0 0,2 1 0,1 1 0,1 1 0,1 1 0,2 1 0,0 1 0,1 1 0,1 0 0,1 2 0,0 0 0,0 2 0,0 0 0,1 2 0,0 0 0,-1 2 0,0 0 0,0 2 0,0 0 0,-1 2 0,-1 0 0,-1 1 0,0 1 0,-2 1 0,-1 1 0,-1 1 0,-1 1 0,-2 1 0,-1 0 0,-2 1 0,-2 1 0,-1 1 0,-3 1 0,-1 0 0,-3 1 0,-2 1 0,-2 0 0,-2 1 0,-3 0 0,-2 1 0,-3 1 0,-2 0 0,-3 0 0,-3 1 0,-2 1 0,-3-1 0,-3 1 0,-3 0 0,-3 1 0,-3-1 0,-2 1 0,-4 0 0,-3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5:06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2300 607 24498,'-1'24'0,"-2"0"0,-1-1 0,-2 1 0,-2-1 0,-2 1 0,-1-1 0,-2 0 0,-2-1 0,-2 0 0,-1 0 0,-1 0 0,-3-1 0,0-1 0,-3 0 0,-1 0 0,-1-1 0,-2-1 0,-1 0 0,-1-1 0,-1 0 0,-2-1 0,-1-1 0,-1-1 0,-1 0 0,-1-1 0,-1-1 0,-1-1 0,-1-1 0,0 0 0,-1-2 0,-1 0 0,0-1 0,-1-1 0,0-1 0,0 0 0,-1-2 0,0-1 0,0 0 0,0-2 0,0 0 0,0-2 0,0 0 0,0-1 0,1-2 0,0 0 0,0-1 0,1-1 0,0-1 0,1 0 0,1-2 0,0 0 0,1-1 0,1-1 0,1-1 0,1-1 0,1 0 0,1-1 0,1-1 0,2-1 0,1 0 0,1-1 0,1 0 0,2-1 0,1-1 0,1 0 0,3 0 0,0-1 0,3-1 0,1 0 0,1 0 0,2 0 0,2-1 0,2 0 0,1-1 0,2 1 0,2-1 0,2 1 0,1-1 0,2 0 0,2 0 0,2 0 0,1 1 0,2-1 0,2 1 0,2-1 0,1 1 0,2 0 0,2 1 0,2 0 0,1 0 0,1 0 0,3 1 0,0 1 0,3 0 0,1 0 0,1 1 0,2 1 0,1 0 0,1 1 0,1 0 0,2 1 0,1 1 0,1 1 0,1 0 0,1 1 0,1 1 0,1 1 0,1 1 0,0 0 0,1 2 0,1 0 0,0 1 0,1 1 0,0 1 0,0 0 0,1 2 0,0 1 0,0 0 0,0 2 0,0 0 0,0 2 0,0 0 0,0 1 0,-1 2 0,0 0 0,0 1 0,-1 1 0,0 1 0,-1 0 0,-1 2 0,0 0 0,-1 1 0,-1 1 0,-1 1 0,-1 1 0,-1 0 0,-1 1 0,-1 1 0,-2 1 0,-1 0 0,-1 1 0,-1 0 0,-2 1 0,-1 1 0,-1 0 0,-3 0 0,0 1 0,-3 1 0,-1 0 0,-1 0 0,-2 0 0,-2 1 0,-2 0 0,-1 1 0,-2-1 0,-2 1 0,-2-1 0,-1 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5:19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4391 907 24508,'-2'36'0,"-4"-2"0,-2 2 0,-4-1 0,-2 1 0,-5-2 0,-2 1 0,-4-1 0,-4-1 0,-3 1 0,-2-2 0,-3 0 0,-5-1 0,-1 0 0,-3-1 0,-4-1 0,-2-1 0,-3 0 0,-2-1 0,-2-2 0,-3 0 0,-3-1 0,-2-2 0,-2-1 0,-1 1 0,-2-4 0,-3 0 0,-1-1 0,-2-2 0,0 0 0,-3-2 0,-1-2 0,0-1 0,-1-1 0,-1-1 0,-1-1 0,0-3 0,-2-1 0,1 0 0,1-2 0,-2-2 0,2-2 0,-2 0 0,1-1 0,2-3 0,0-1 0,0-1 0,2-1 0,0-1 0,2-2 0,1-2 0,2 0 0,1-2 0,1-1 0,3 0 0,1-4 0,3 1 0,1-1 0,2-2 0,3-1 0,2 0 0,3-2 0,3-1 0,1 0 0,4-1 0,2-1 0,4-1 0,2 0 0,4-1 0,3 0 0,1-2 0,5 1 0,3-1 0,4-1 0,2 1 0,4-2 0,3 1 0,4-1 0,2 2 0,5-2 0,2-1 0,5 3 0,2-2 0,4 1 0,3-1 0,4 2 0,2-1 0,4 1 0,3 0 0,5 1 0,1 1 0,3 0 0,4 0 0,2 1 0,4 1 0,2 1 0,4 2 0,1-1 0,3 1 0,3 2 0,2 0 0,3 1 0,2 2 0,1 0 0,3 1 0,1 2 0,3 2 0,1 0 0,1 1 0,2 2 0,1 1 0,2 1 0,0 2 0,2 2 0,0 0 0,0 1 0,2 3 0,1 0 0,-2 2 0,2 1 0,-2 2 0,1 1 0,1 2 0,-2 0 0,0 3 0,-1 1 0,-1 0 0,-1 2 0,0 2 0,-1 1 0,-3 1 0,0 2 0,-2 1 0,-1 0 0,-3 2 0,-2 2 0,-1 1 0,-2 0 0,-2 2 0,-3 1 0,-3 0 0,-2 2 0,-2 1 0,-3-1 0,-2 2 0,-4 1 0,-3 1 0,-1 1 0,-5 0 0,-3 0 0,-2 1 0,-3 1 0,-4 0 0,-4 1 0,-2-1 0,-5 2 0,-2-1 0,-4 1 0,-2-2 0,-4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6:03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3413 626 24526,'-1'23'0,"-2"2"0,-4 0 0,-3 0 0,-1-2 0,-4 1 0,-1 0 0,-4-1 0,-2 1 0,-2-1 0,-3-1 0,-3 0 0,-1 0 0,-3 0 0,-2-3 0,-3 2 0,-1-1 0,-3-2 0,-1 1 0,-3-2 0,-1 1 0,-2-2 0,-2-1 0,-1 0 0,-2-1 0,-2 0 0,0-2 0,-3 0 0,0-2 0,-1 0 0,-1-1 0,-2-1 0,0-1 0,-1-1 0,0 0 0,-1-2 0,-1 0 0,1-2 0,-1 0 0,0-2 0,0 0 0,0-2 0,0 0 0,1-2 0,-1 0 0,3-2 0,-2 0 0,2-1 0,1-1 0,1-1 0,0-1 0,2 0 0,0-2 0,3 0 0,0-2 0,3 0 0,0-1 0,3 0 0,1-1 0,1-2 0,2 1 0,3-2 0,2 1 0,1-2 0,3-1 0,2 2 0,1-3 0,4 0 0,2 0 0,2 0 0,3-1 0,2-1 0,2 1 0,4-1 0,1 0 0,3 1 0,2-2 0,4 0 0,3 0 0,1 2 0,4-2 0,1 0 0,3 1 0,4-1 0,2 1 0,3 1 0,1-1 0,4 0 0,2 1 0,2 0 0,3 0 0,2 2 0,2-1 0,4 0 0,1 2 0,2 0 0,3 0 0,1 1 0,2 0 0,3 3 0,2-2 0,1 2 0,1 0 0,3 1 0,0 2 0,3-1 0,0 2 0,3 0 0,0 1 0,2 1 0,0 1 0,1 2 0,1 0 0,2 1 0,-2 0 0,3 2 0,-1 0 0,1 2 0,0 0 0,0 2 0,0 0 0,0 2 0,-1 0 0,1 2 0,-1 0 0,-1 2 0,0 0 0,-1 1 0,0 0 0,-2 2 0,-1 1 0,-1 1 0,0 1 0,-3 0 0,0 2 0,-2-1 0,-2 2 0,-1 1 0,-2 0 0,-2 2 0,-1-2 0,-3 3 0,-1 0 0,-3 1 0,-1 0 0,-3 0 0,-2 2 0,-3 0 0,-1-1 0,-3 2 0,-3 0 0,-2 0 0,-2 1 0,-4 0 0,-1-1 0,-4 1 0,-1 1 0,-3-1 0,-4 1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39:21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3034 965 24504,'-1'37'0,"-3"1"0,-2 0 0,-2-1 0,-2 1 0,-3-1 0,-2-1 0,-2 1 0,-3-2 0,-1 1 0,-3-2 0,-2 0 0,-2 0 0,-3-2 0,-1 0 0,-2-1 0,-2 0 0,-1-2 0,-3-1 0,-1 0 0,-2-2 0,-2-1 0,-1-1 0,-1-1 0,-2-2 0,-1 0 0,-2-2 0,0-1 0,-2-2 0,0 0 0,-2-3 0,0 0 0,-1-2 0,-1-2 0,0-1 0,-1-1 0,0-2 0,0-1 0,0-2 0,-1-1 0,0-2 0,1-1 0,0-2 0,0-1 0,0-2 0,1-1 0,0-1 0,1-2 0,1-2 0,0 0 0,2-3 0,0 0 0,2-2 0,0-1 0,2-2 0,1 0 0,2-2 0,1-1 0,1-1 0,2-1 0,2-2 0,1 0 0,3-1 0,1-2 0,2 0 0,2-1 0,1 0 0,3-2 0,2 0 0,2 0 0,3-2 0,1 1 0,3-2 0,2 1 0,2-1 0,3-1 0,2 1 0,2-1 0,2 0 0,3 1 0,2-1 0,3 0 0,2 0 0,2 1 0,2-1 0,3 1 0,2 1 0,2-1 0,3 2 0,1-1 0,3 2 0,2 0 0,2 0 0,3 2 0,1 0 0,2 1 0,2 0 0,1 2 0,3 1 0,1 0 0,2 2 0,2 1 0,1 1 0,1 1 0,2 2 0,1 0 0,2 2 0,0 1 0,2 2 0,0 0 0,2 3 0,0 0 0,1 2 0,1 2 0,0 1 0,1 1 0,0 2 0,0 1 0,0 2 0,1 1 0,0 2 0,-1 1 0,0 2 0,0 1 0,0 2 0,-1 1 0,0 1 0,-1 2 0,-1 2 0,0 0 0,-2 3 0,0 0 0,-2 2 0,0 1 0,-2 2 0,-1 0 0,-2 2 0,-1 1 0,-1 1 0,-2 1 0,-2 2 0,-1 0 0,-3 1 0,-1 2 0,-2 0 0,-2 1 0,-1 0 0,-3 2 0,-2 0 0,-2 0 0,-3 2 0,-1-1 0,-3 2 0,-2-1 0,-2 1 0,-3 1 0,-2-1 0,-2 1 0,-2 0 0,-3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40:17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2663 583 24508,'-1'23'0,"-2"0"0,-2 0 0,-2 0 0,-3-1 0,-1 1 0,-2-1 0,-2 0 0,-2-1 0,-2 1 0,-2-1 0,-2-1 0,-2 1 0,-1-2 0,-2 1 0,-2-2 0,-2 1 0,-1-2 0,-2 1 0,-1-2 0,-2 0 0,-1-1 0,-1 0 0,-2-2 0,-1 1 0,-1-2 0,-1 0 0,-1-2 0,-1 0 0,-1 0 0,-1-2 0,0-1 0,-1 0 0,-1-1 0,0-1 0,0-1 0,-1-1 0,0-1 0,0-1 0,-1 0 0,1-2 0,0 0 0,0-1 0,0-1 0,1-1 0,0-1 0,0-1 0,1-1 0,1 0 0,0-1 0,1-2 0,1 0 0,1 0 0,1-2 0,1 0 0,1-2 0,1 1 0,2-2 0,1 0 0,1-1 0,2 0 0,1-2 0,2 1 0,1-2 0,2 1 0,2-2 0,2 1 0,1-2 0,2 1 0,2-1 0,2-1 0,2 1 0,2-1 0,2 0 0,2-1 0,1 1 0,3-1 0,2 0 0,2 0 0,2 0 0,2 1 0,2-1 0,2 0 0,2 0 0,3 1 0,1-1 0,2 1 0,2 0 0,2 1 0,2-1 0,2 1 0,2 1 0,2-1 0,1 2 0,2-1 0,2 2 0,2-1 0,1 2 0,2-1 0,1 2 0,2 0 0,1 1 0,1 0 0,2 1 0,1 1 0,1 1 0,1 0 0,1 2 0,1 0 0,1 0 0,1 2 0,0 1 0,1 0 0,1 1 0,0 1 0,0 1 0,1 1 0,0 1 0,0 0 0,0 2 0,1 0 0,-1 2 0,0 0 0,0 1 0,-1 1 0,0 1 0,0 1 0,-1 1 0,-1 0 0,0 1 0,-1 2 0,-1 0 0,-1 0 0,-1 2 0,-1 0 0,-1 1 0,-1 1 0,-2 1 0,-1 0 0,-1 1 0,-2 0 0,-1 2 0,-2-1 0,-1 2 0,-2-1 0,-2 2 0,-2-1 0,-1 2 0,-2-1 0,-2 1 0,-2 1 0,-2-1 0,-2 1 0,-2 0 0,-2 1 0,-1-1 0,-3 1 0,-2 0 0,-2 0 0,-2-1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44:19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2532 559 24505,'-2'22'0,"0"0"0,-3 0 0,-2-1 0,-1 2 0,-3-2 0,-2 0 0,-1 0 0,-2-1 0,-3 1 0,-1-1 0,-1 0 0,-2-1 0,-3 0 0,0-1 0,-3 1 0,-1-2 0,-2 0 0,-1-1 0,-2 0 0,0 0 0,-2-2 0,-2 0 0,0-1 0,-2 0 0,0-1 0,-3-1 0,1-1 0,-2-1 0,0 1 0,-1-2 0,-2-2 0,0 1 0,1-2 0,-2 0 0,0-1 0,0-1 0,-1 0 0,1-2 0,-1-1 0,0 0 0,1-1 0,-1-2 0,1 0 0,0-1 0,0-1 0,1 0 0,1-2 0,-1 1 0,2-2 0,1-2 0,0 1 0,1-1 0,1-1 0,2-1 0,0-1 0,1 0 0,2-1 0,1 0 0,1-2 0,2 0 0,1 0 0,1-1 0,2 0 0,1-2 0,2 1 0,2-1 0,1 0 0,3-1 0,1 0 0,2-1 0,2 1 0,2-1 0,0 0 0,4 0 0,2-2 0,1 2 0,2-1 0,2 0 0,2 0 0,2-1 0,2 2 0,2-1 0,2 1 0,1-2 0,2 2 0,4 0 0,0 0 0,2 1 0,2-1 0,2 1 0,1 0 0,3 0 0,1 2 0,2-1 0,2 1 0,1 1 0,2 0 0,1 1 0,1 0 0,2 0 0,1 1 0,1 2 0,2 0 0,1 0 0,0 1 0,2 1 0,1 1 0,1 1 0,0-1 0,1 2 0,2 2 0,-1-1 0,1 2 0,1 0 0,0 1 0,0 1 0,1 0 0,-1 2 0,1 1 0,0 0 0,-1 1 0,1 2 0,-1 0 0,0 1 0,0 1 0,-2 0 0,1 2 0,0-1 0,-2 2 0,-1 2 0,0-1 0,-2 1 0,1 1 0,-3 1 0,0 1 0,-2 0 0,0 0 0,-2 2 0,-2 1 0,0 0 0,-2 0 0,-1 1 0,-2 0 0,-1 1 0,-3 1 0,0-1 0,-3 2 0,-2 0 0,-1 0 0,-1 1 0,-3-1 0,-2 1 0,-1 0 0,-2 0 0,-3 2 0,-1-2 0,-2 1 0,-3-1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53:51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3752 481 24545,'-2'19'0,"-2"0"0,-3 0 0,-3 0 0,-3-1 0,-3 1 0,-3-1 0,-2 0 0,-3 0 0,-3 0 0,-2-1 0,-3 0 0,-3 0 0,-2-1 0,-3 0 0,-2-1 0,-3 0 0,-2 0 0,-1-1 0,-3 0 0,-3-1 0,-1-1 0,-2 1 0,-1-2 0,-3 0 0,-1-1 0,-1 0 0,-2-2 0,-2 1 0,0-2 0,-2 0 0,0 0 0,-2-2 0,0 0 0,-1-1 0,0-1 0,-1-1 0,-1 0 0,1-1 0,-1 0 0,0-2 0,1 0 0,-1-1 0,1 0 0,1-1 0,0-1 0,1-1 0,0 0 0,1-2 0,2 0 0,1 0 0,0-2 0,2 1 0,2-2 0,1 0 0,1-1 0,3 0 0,1-2 0,2 1 0,1-1 0,3-1 0,3 0 0,1-1 0,2 0 0,3 0 0,2-1 0,3 0 0,2-1 0,3 0 0,3 0 0,2-1 0,3 0 0,2 0 0,4 0 0,2-1 0,3 1 0,3-1 0,3 0 0,3 0 0,2 0 0,4 1 0,2-2 0,3 2 0,3-1 0,3 1 0,3-1 0,2 1 0,4-1 0,2 2 0,3-1 0,2 1 0,3 0 0,3 0 0,2 1 0,3 0 0,2 1 0,3-1 0,2 2 0,1 0 0,3 0 0,3 1 0,1 1 0,2-1 0,1 2 0,3 0 0,1 1 0,1 0 0,2 2 0,2-1 0,0 1 0,1 2 0,2-1 0,1 2 0,0 0 0,1 1 0,0 1 0,1 1 0,1 0 0,-1 1 0,1 0 0,0 2 0,-1 0 0,1 1 0,-1 0 0,-1 1 0,0 1 0,-1 1 0,0 0 0,-2 2 0,0-1 0,-2 2 0,0 1 0,-2-1 0,-2 2 0,-1 0 0,-1 1 0,-3 0 0,-1 2 0,-2-1 0,-1 1 0,-3 1 0,-3 0 0,-1 0 0,-2 2 0,-3-1 0,-2 1 0,-3 0 0,-2 1 0,-3 0 0,-3 0 0,-2 1 0,-3-1 0,-3 2 0,-2-1 0,-3 1 0,-3-1 0,-3 1 0,-3-1 0,-3 2 0,-2-2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54:05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5679 544 24529,'-3'22'0,"-3"-1"0,-5 0 0,-4 1 0,-5-2 0,-4 1 0,-4 0 0,-5-1 0,-3 1 0,-5-2 0,-3 1 0,-5-1 0,-3 0 0,-5 0 0,-3-2 0,-4 1 0,-3-1 0,-4 0 0,-3-2 0,-3 1 0,-4-2 0,-2 1 0,-3-2 0,-3 0 0,-3 0 0,-1-2 0,-4 0 0,-1-1 0,-2-1 0,-2 0 0,-2-1 0,-2-1 0,0-1 0,-2-1 0,-1 0 0,-1-2 0,0 0 0,-1 0 0,0-2 0,-1 0 0,1-2 0,0 0 0,0-2 0,0 0 0,2 0 0,0-2 0,1 0 0,1-1 0,2-1 0,0-1 0,4-1 0,1 0 0,1-1 0,3-1 0,2 0 0,2-2 0,3 0 0,4 0 0,1-2 0,4 1 0,3-2 0,2 1 0,4-2 0,5 0 0,2-1 0,3 1 0,5-2 0,4 0 0,3 0 0,4-1 0,4 1 0,5-2 0,4 1 0,3-1 0,5 0 0,5 1 0,4-2 0,4 1 0,4 0 0,5-1 0,4 1 0,5 0 0,4-1 0,4 1 0,4 0 0,5 0 0,5 0 0,3 1 0,4 0 0,5 0 0,4 0 0,4 1 0,3 0 0,4 1 0,5 0 0,3 0 0,2 1 0,5 1 0,4 0 0,2 0 0,3 2 0,4-1 0,1 2 0,4 0 0,3 1 0,2 0 0,2 1 0,3 1 0,1 1 0,1 0 0,4 2 0,0 0 0,2 0 0,1 2 0,1 1 0,0 0 0,2 1 0,0 1 0,0 1 0,0 0 0,1 2 0,-1 0 0,0 1 0,-1 1 0,0 1 0,-1 0 0,-1 1 0,-2 2 0,0 0 0,-2 0 0,-2 2 0,-2 0 0,-2 1 0,-1 1 0,-4 1 0,-1 0 0,-3 1 0,-3 0 0,-3 2 0,-2-1 0,-4 2 0,-3 0 0,-3 0 0,-4 1 0,-3 1 0,-4 0 0,-3 0 0,-5 1 0,-3 0 0,-5 1 0,-3 0 0,-5 0 0,-3 0 0,-5 1 0,-4 0 0,-4 0 0,-5 0 0,-4 1 0,-5-1 0,-3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4:59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3165 655 24466,'-2'25'0,"-2"2"0,-1-2 0,-4 0 0,-2 1 0,-3-1 0,-1 0 0,-3-1 0,-2 1 0,-3-1 0,-2-1 0,-2 0 0,-3 0 0,-1-1 0,-2 0 0,-3-1 0,-1-1 0,-2 0 0,-3-1 0,-1 0 0,-2-1 0,-2-1 0,0 0 0,-3-2 0,-1-1 0,-1 0 0,-2-1 0,0-1 0,-3 0 0,1-2 0,-2 0 0,-1-2 0,0 0 0,-2-2 0,1-1 0,-1 0 0,-1-2 0,1 0 0,-2-2 0,1 0 0,0-2 0,0 0 0,0-2 0,1 0 0,-1-2 0,2 0 0,0-1 0,0-2 0,2 0 0,0-2 0,1 0 0,1-2 0,1 0 0,2-1 0,0-1 0,2 0 0,2-1 0,0-2 0,3 0 0,1-1 0,2-1 0,2 0 0,2-1 0,1 0 0,3-1 0,1-1 0,2 0 0,3-1 0,3 0 0,0 0 0,4-1 0,2-1 0,1 1 0,3-1 0,3 0 0,3-1 0,1 1 0,3 0 0,2-2 0,3 2 0,2-1 0,3 1 0,2-1 0,3 0 0,1 1 0,3 0 0,3 0 0,3 1 0,1-1 0,2 1 0,4 0 0,0 1 0,3 1 0,3 0 0,2 0 0,1 1 0,3 0 0,1 2 0,2-1 0,2 2 0,2 0 0,1 1 0,3 1 0,0 0 0,2 1 0,2 1 0,0 1 0,2 2 0,1-1 0,1 2 0,1 1 0,0 0 0,2 2 0,0 0 0,0 1 0,2 2 0,-1 0 0,1 2 0,0 1 0,0 0 0,0 2 0,1 0 0,-2 1 0,1 2 0,-1 0 0,-1 2 0,1 1 0,-2 0 0,0 2 0,-1 0 0,-2 1 0,1 2 0,-3-1 0,0 2 0,-2 1 0,-1 1 0,-1 1 0,-3 0 0,0 1 0,-2 1 0,-2 0 0,-1 2 0,-3-1 0,-2 2 0,-1 0 0,-3 1 0,-2 0 0,-1 0 0,-3 1 0,-2 1 0,-2 0 0,-3 1 0,-2-1 0,-3 1 0,-1 0 0,-3 0 0,-2 1 0,-4 0 0,-1-1 0,-2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6:21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5972 302 24516,'-2'12'0,"-5"-1"0,-5 1 0,-4 0 0,-4-1 0,-6 1 0,-3 0 0,-5-1 0,-5 0 0,-3 0 0,-5 0 0,-5 0 0,-3-1 0,-4 1 0,-4-2 0,-4 1 0,-4-1 0,-4 1 0,-2-1 0,-5-1 0,-2 1 0,-4-2 0,-2 1 0,-4-1 0,-2-1 0,-3 1 0,-2-1 0,-2 0 0,-3-1 0,-1-1 0,-3 1 0,0-1 0,-3-1 0,0 0 0,-2 0 0,0-1 0,-1-1 0,-1 0 0,0 0 0,0-1 0,0 0 0,0-1 0,0 0 0,1 0 0,0-1 0,2-1 0,0 0 0,2 0 0,1-1 0,2-1 0,2 1 0,1-1 0,3-1 0,2 0 0,2-1 0,3 1 0,2-1 0,4-1 0,2 1 0,4-2 0,2 1 0,4-1 0,4-1 0,3 1 0,4-1 0,4 1 0,4-2 0,3 1 0,5-1 0,4 0 0,5 0 0,3 0 0,5 0 0,5-1 0,3 0 0,6 1 0,4-1 0,4 0 0,5 1 0,5-1 0,4 0 0,5 0 0,5 0 0,4 1 0,4-1 0,6 0 0,3 1 0,5-1 0,5 1 0,3 0 0,5 1 0,4-1 0,5 0 0,3 1 0,4 0 0,4 0 0,4 1 0,3 0 0,4 0 0,4 1 0,2-1 0,4 1 0,2 1 0,4 0 0,2 0 0,3 0 0,2 1 0,2 1 0,3 0 0,1 0 0,2 1 0,2 0 0,1 1 0,2-1 0,0 2 0,2 0 0,0 0 0,1 1 0,0 0 0,0 1 0,0 0 0,0 1 0,0 0 0,-1 1 0,-1 0 0,0 0 0,-2 2 0,0-1 0,-3 1 0,0 0 0,-3 1 0,-1 0 0,-3 0 0,-2 1 0,-2 1 0,-3 0 0,-2 0 0,-4 0 0,-2 1 0,-4 1 0,-2-1 0,-5 1 0,-2 0 0,-4 0 0,-4 1 0,-4 0 0,-4 0 0,-4 1 0,-3 0 0,-5-1 0,-5 1 0,-3 0 0,-5 1 0,-5-1 0,-3 1 0,-6 0 0,-4-1 0,-4 1 0,-5 0 0,-5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26:32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5972 1068 24514,'-2'41'0,"-6"2"0,-3-2 0,-5 0 0,-5 1 0,-4-1 0,-4-1 0,-6 0 0,-2 0 0,-6-1 0,-4-1 0,-5 0 0,-2 0 0,-7-3 0,-1 1 0,-6-2 0,-2 0 0,-5-2 0,-3 0 0,-2-2 0,-5-1 0,-3-2 0,-3 0 0,-2-2 0,-4 0 0,-1-3 0,-3 0 0,-2-3 0,-3-1 0,-2-1 0,-1-2 0,-2 0 0,-1-4 0,-1 0 0,-2-2 0,-1-1 0,1-3 0,-2-1 0,0-2 0,0 0 0,0-4 0,0 0 0,0-2 0,1-1 0,1-3 0,0-1 0,2-2 0,0 0 0,2-4 0,3 0 0,0-2 0,2-1 0,3-1 0,2-3 0,3 0 0,1-3 0,3 0 0,3-2 0,4 0 0,2-2 0,5-1 0,2-2 0,3 0 0,4-2 0,4 0 0,5-2 0,1 1 0,7-3 0,2 0 0,5 0 0,4-1 0,5-1 0,4 0 0,5 0 0,4-1 0,4-1 0,5 1 0,4 0 0,5-2 0,5 2 0,4-1 0,5 0 0,5 1 0,4-1 0,5 1 0,4 0 0,4 0 0,5 1 0,4 0 0,5 1 0,4 1 0,5 0 0,2 1 0,7 1 0,1 1 0,5 1 0,4-1 0,4 3 0,3 1 0,2 1 0,5 0 0,2 3 0,4 0 0,3 2 0,3 1 0,1 1 0,3 2 0,2 2 0,3 0 0,2 2 0,0 2 0,3 1 0,2 2 0,0 2 0,2 0 0,0 3 0,1 1 0,1 3 0,0 0 0,0 2 0,0 2 0,0 2 0,0 0 0,-2 3 0,1 1 0,-1 3 0,-2 0 0,-1 2 0,-1 2 0,-2 1 0,-1 2 0,-2 2 0,-3 0 0,-2 2 0,-3 2 0,-1 1 0,-4 1 0,-2 2 0,-3 0 0,-3 3 0,-5 0 0,-2 1 0,-3 1 0,-5 3 0,-2-1 0,-6 1 0,-1 1 0,-7 1 0,-2 1 0,-5 0 0,-4 1 0,-6 1 0,-2 0 0,-6 1 0,-4 0 0,-4 0 0,-5 1 0,-5-1 0,-3 1 0,-6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482FA-4BDA-0C42-A2E5-7EBEE2F8979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729C4-E868-5B45-BA50-18571C5E5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1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3A8808-807E-231C-8DD8-0132C3EF37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6D1DA1-5973-578B-CC8E-F1081C5F2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16C6-427E-351E-D135-92233B2F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7210FF-AE6E-584A-BDFB-A7814C37BFDC}" type="datetime1">
              <a:rPr lang="en-ID" smtClean="0"/>
              <a:t>11/06/2026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D05DB-9CAF-CA05-458E-346778CA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51504-7F07-0E98-7C9B-0769835D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C35FE-F4B5-277E-C523-A1DFFD3F3A12}"/>
              </a:ext>
            </a:extLst>
          </p:cNvPr>
          <p:cNvSpPr/>
          <p:nvPr userDrawn="1"/>
        </p:nvSpPr>
        <p:spPr>
          <a:xfrm>
            <a:off x="556260" y="541020"/>
            <a:ext cx="2103120" cy="489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2BAC4ADE-7D4D-B12F-53E2-B9411542B6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8136" y="302082"/>
            <a:ext cx="1719368" cy="9671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489951-42B1-447C-83AE-4E00477AD1AD}"/>
              </a:ext>
            </a:extLst>
          </p:cNvPr>
          <p:cNvSpPr/>
          <p:nvPr userDrawn="1"/>
        </p:nvSpPr>
        <p:spPr>
          <a:xfrm>
            <a:off x="10005501" y="302082"/>
            <a:ext cx="1821243" cy="8202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C2C59-60A1-6C3B-0326-247E88B66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logo with blue text&#10;&#10;AI-generated content may be incorrect.">
            <a:extLst>
              <a:ext uri="{FF2B5EF4-FFF2-40B4-BE49-F238E27FC236}">
                <a16:creationId xmlns:a16="http://schemas.microsoft.com/office/drawing/2014/main" id="{8FE1A672-E93B-72CE-5192-EB787DA4B9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25253" y="379702"/>
            <a:ext cx="1735910" cy="765332"/>
          </a:xfrm>
          <a:prstGeom prst="rect">
            <a:avLst/>
          </a:prstGeom>
        </p:spPr>
      </p:pic>
      <p:pic>
        <p:nvPicPr>
          <p:cNvPr id="13" name="Picture 12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447C2604-7800-68C3-43DD-28E6D952D93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66479" y="379702"/>
            <a:ext cx="1445574" cy="80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4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51DC97-9953-7DCD-8935-5AF28A0C6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1" y="0"/>
            <a:ext cx="12185647" cy="68615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3994-D471-0301-CDEC-AA2B03D8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4BEB-F403-FC61-D9F5-50891AD4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49"/>
            <a:ext cx="956444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C1BE-A394-B6D6-AE50-A37C3716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7C50E-C15C-3188-B666-9BF3543F0BCB}"/>
              </a:ext>
            </a:extLst>
          </p:cNvPr>
          <p:cNvSpPr/>
          <p:nvPr userDrawn="1"/>
        </p:nvSpPr>
        <p:spPr>
          <a:xfrm>
            <a:off x="9128760" y="365125"/>
            <a:ext cx="1524000" cy="31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FBE40611-4752-3E93-2309-495BD2B93D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95699" y="111308"/>
            <a:ext cx="1357061" cy="763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74C7EB-B156-A55A-CE79-4805E91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201181-C108-C38B-7EA4-87F9156A8D72}"/>
              </a:ext>
            </a:extLst>
          </p:cNvPr>
          <p:cNvGrpSpPr/>
          <p:nvPr userDrawn="1"/>
        </p:nvGrpSpPr>
        <p:grpSpPr>
          <a:xfrm>
            <a:off x="7673653" y="49831"/>
            <a:ext cx="4349573" cy="886300"/>
            <a:chOff x="7673653" y="49831"/>
            <a:chExt cx="4349573" cy="8863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F47BB8-EE28-2510-367F-2904BD1A746E}"/>
                </a:ext>
              </a:extLst>
            </p:cNvPr>
            <p:cNvSpPr/>
            <p:nvPr userDrawn="1"/>
          </p:nvSpPr>
          <p:spPr>
            <a:xfrm>
              <a:off x="9249299" y="112940"/>
              <a:ext cx="2773927" cy="82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EFB821-8463-D2A3-7D2D-5B52BFEC4058}"/>
                </a:ext>
              </a:extLst>
            </p:cNvPr>
            <p:cNvGrpSpPr/>
            <p:nvPr userDrawn="1"/>
          </p:nvGrpSpPr>
          <p:grpSpPr>
            <a:xfrm>
              <a:off x="7673653" y="49831"/>
              <a:ext cx="2906548" cy="886300"/>
              <a:chOff x="6138742" y="49831"/>
              <a:chExt cx="2906548" cy="886300"/>
            </a:xfrm>
          </p:grpSpPr>
          <p:pic>
            <p:nvPicPr>
              <p:cNvPr id="9" name="Picture 8" descr="A logo with blue text&#10;&#10;AI-generated content may be incorrect.">
                <a:extLst>
                  <a:ext uri="{FF2B5EF4-FFF2-40B4-BE49-F238E27FC236}">
                    <a16:creationId xmlns:a16="http://schemas.microsoft.com/office/drawing/2014/main" id="{4902526B-0B7A-87D7-35AC-CF504A0AA63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764763" y="210700"/>
                <a:ext cx="1280527" cy="564562"/>
              </a:xfrm>
              <a:prstGeom prst="rect">
                <a:avLst/>
              </a:prstGeom>
            </p:spPr>
          </p:pic>
          <p:pic>
            <p:nvPicPr>
              <p:cNvPr id="12" name="Picture 11" descr="A white light on a black background&#10;&#10;AI-generated content may be incorrect.">
                <a:extLst>
                  <a:ext uri="{FF2B5EF4-FFF2-40B4-BE49-F238E27FC236}">
                    <a16:creationId xmlns:a16="http://schemas.microsoft.com/office/drawing/2014/main" id="{FAC1BF0E-643C-EE68-0ED6-87BBB90685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6138742" y="49831"/>
                <a:ext cx="1575646" cy="886300"/>
              </a:xfrm>
              <a:prstGeom prst="rect">
                <a:avLst/>
              </a:prstGeom>
            </p:spPr>
          </p:pic>
        </p:grpSp>
      </p:grpSp>
      <p:pic>
        <p:nvPicPr>
          <p:cNvPr id="11" name="Picture 10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ECC1C441-22AC-5EA3-0C08-534F5DFE668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9887" y="210700"/>
            <a:ext cx="1073012" cy="5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51DC97-9953-7DCD-8935-5AF28A0C63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1" y="0"/>
            <a:ext cx="12185647" cy="68615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3994-D471-0301-CDEC-AA2B03D8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4BEB-F403-FC61-D9F5-50891AD4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49"/>
            <a:ext cx="956444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C1BE-A394-B6D6-AE50-A37C3716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A2426-7CB6-3E35-582E-1AFD3F58C756}"/>
              </a:ext>
            </a:extLst>
          </p:cNvPr>
          <p:cNvSpPr/>
          <p:nvPr userDrawn="1"/>
        </p:nvSpPr>
        <p:spPr>
          <a:xfrm>
            <a:off x="9128760" y="365125"/>
            <a:ext cx="1524000" cy="31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E88AEC05-0EE1-6119-2391-D69D4EE120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95699" y="111308"/>
            <a:ext cx="1357061" cy="7633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B2FDA9-296E-CC0B-BE16-B64DBB225661}"/>
              </a:ext>
            </a:extLst>
          </p:cNvPr>
          <p:cNvSpPr/>
          <p:nvPr userDrawn="1"/>
        </p:nvSpPr>
        <p:spPr>
          <a:xfrm>
            <a:off x="9262826" y="112940"/>
            <a:ext cx="2760400" cy="8202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4C7EB-B156-A55A-CE79-4805E91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ECAB92-C3DF-9539-AD32-8C48A6774748}"/>
              </a:ext>
            </a:extLst>
          </p:cNvPr>
          <p:cNvGrpSpPr/>
          <p:nvPr userDrawn="1"/>
        </p:nvGrpSpPr>
        <p:grpSpPr>
          <a:xfrm>
            <a:off x="7673653" y="49831"/>
            <a:ext cx="4349573" cy="886300"/>
            <a:chOff x="7673653" y="49831"/>
            <a:chExt cx="4349573" cy="8863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CC7996-D3C3-B6B9-FB09-EDFF672F8C64}"/>
                </a:ext>
              </a:extLst>
            </p:cNvPr>
            <p:cNvSpPr/>
            <p:nvPr userDrawn="1"/>
          </p:nvSpPr>
          <p:spPr>
            <a:xfrm>
              <a:off x="9249299" y="112940"/>
              <a:ext cx="2773927" cy="82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C09FD1-705F-3701-C650-4AB8C66DC3D9}"/>
                </a:ext>
              </a:extLst>
            </p:cNvPr>
            <p:cNvGrpSpPr/>
            <p:nvPr userDrawn="1"/>
          </p:nvGrpSpPr>
          <p:grpSpPr>
            <a:xfrm>
              <a:off x="7673653" y="49831"/>
              <a:ext cx="2906548" cy="886300"/>
              <a:chOff x="6138742" y="49831"/>
              <a:chExt cx="2906548" cy="886300"/>
            </a:xfrm>
          </p:grpSpPr>
          <p:pic>
            <p:nvPicPr>
              <p:cNvPr id="13" name="Picture 12" descr="A logo with blue text&#10;&#10;AI-generated content may be incorrect.">
                <a:extLst>
                  <a:ext uri="{FF2B5EF4-FFF2-40B4-BE49-F238E27FC236}">
                    <a16:creationId xmlns:a16="http://schemas.microsoft.com/office/drawing/2014/main" id="{53E8E234-6923-5E18-7908-94624BBA78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764763" y="210700"/>
                <a:ext cx="1280527" cy="564562"/>
              </a:xfrm>
              <a:prstGeom prst="rect">
                <a:avLst/>
              </a:prstGeom>
            </p:spPr>
          </p:pic>
          <p:pic>
            <p:nvPicPr>
              <p:cNvPr id="14" name="Picture 13" descr="A white light on a black background&#10;&#10;AI-generated content may be incorrect.">
                <a:extLst>
                  <a:ext uri="{FF2B5EF4-FFF2-40B4-BE49-F238E27FC236}">
                    <a16:creationId xmlns:a16="http://schemas.microsoft.com/office/drawing/2014/main" id="{2B891214-D437-7326-C62B-04DFF14C42C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6138742" y="49831"/>
                <a:ext cx="1575646" cy="886300"/>
              </a:xfrm>
              <a:prstGeom prst="rect">
                <a:avLst/>
              </a:prstGeom>
            </p:spPr>
          </p:pic>
        </p:grpSp>
      </p:grpSp>
      <p:pic>
        <p:nvPicPr>
          <p:cNvPr id="15" name="Picture 14" descr="A green and white logo with white text&#10;&#10;AI-generated content may be incorrect.">
            <a:extLst>
              <a:ext uri="{FF2B5EF4-FFF2-40B4-BE49-F238E27FC236}">
                <a16:creationId xmlns:a16="http://schemas.microsoft.com/office/drawing/2014/main" id="{51AD8A96-1AD5-0BEC-ADB5-C33426D3AF7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9887" y="210700"/>
            <a:ext cx="1073012" cy="5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7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9C37-843A-F1A0-C540-7D6CC89C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27B87-D681-D735-BFF4-9AD9C1BF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80F9-359D-CB5C-8152-0C163BBB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22D86C-A22F-A14A-9C27-8DB8AA1CDB3B}" type="datetime1">
              <a:rPr lang="en-ID" smtClean="0"/>
              <a:t>11/06/2026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D089F-BDAF-0B45-1830-630ABEE4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D8679-3FF8-5C47-4748-4287B5E6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4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3153-119F-26CA-FED2-721DB21E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5854-DA85-E27D-66C2-62B098885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CE2A2-5D28-EF9A-0569-CAFD9CE72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0BFAD-98BC-45AF-0AAB-2C9D4495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2CDB6-60B7-B04C-A88C-E1E1CCC2F47A}" type="datetime1">
              <a:rPr lang="en-ID" smtClean="0"/>
              <a:t>11/06/2026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130C8-522B-6AFA-5954-CFA90D77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E592D-19B9-1816-F611-8616368B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6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B3AA-210E-B765-F6F5-C1001AE9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FB90F-6A28-04E5-5A22-5E5B6E84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12CB3-FDAD-D193-A5CB-E883416CA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08507-F598-B52C-E033-8E9DDFE38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942E6-547B-96E5-4CFB-B240FB8CF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C50AB-EB6E-F1EE-C35A-79E9AC08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8EFEA4-88A3-2147-BE44-B6131AADCB0F}" type="datetime1">
              <a:rPr lang="en-ID" smtClean="0"/>
              <a:t>11/06/2026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83753-36CF-A31E-7F77-4A8598F0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2425F-00B8-A74E-AECE-61B5D983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4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3258-40D1-F639-242E-AA7C3029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876C1-1FBD-016F-5B7B-E73C31C8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134961B-C128-CF47-89C5-38033B5A910F}" type="datetime1">
              <a:rPr lang="en-ID" smtClean="0"/>
              <a:t>11/06/2026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BFE78-2324-E8F5-75EF-748FC425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4F41-6207-1AB3-7A80-4D0DBF14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EFE08-ED43-CF10-06D5-8FA4E113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47B28-FBA0-3942-9FA8-9192DAD58698}" type="datetime1">
              <a:rPr lang="en-ID" smtClean="0"/>
              <a:t>11/06/2026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4853B-7C45-F1E7-0E85-D20EF3C6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08CB7-5D59-F962-B862-721E4C8D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4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E0E3-F6B7-0397-9497-E96174D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61BFB-CD99-28F1-B3AB-6A24FE37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675B8-803B-37AD-C147-B452D451D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870F9-DEC8-2FD4-BBEB-32D8F593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3BCCD2-10D4-C446-A5A7-B0AD767D8504}" type="datetime1">
              <a:rPr lang="en-ID" smtClean="0"/>
              <a:t>11/06/2026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4BA9-A671-03CE-8629-14797292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DEACE-DDAE-9A51-94C0-255347CE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FEA7-676F-CC1F-816A-20022F3B8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98B06-75DC-5EE7-CCAA-02B19DD5C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37C3A-F4D7-C173-18C7-9C045592C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96A45-DFD7-5085-F70C-3D261851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904DF2-FCAF-C344-A9FC-00941276C87D}" type="datetime1">
              <a:rPr lang="en-ID" smtClean="0"/>
              <a:t>11/06/2026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33819-CBE7-8AAD-1849-8C2B64B6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89FEB-5842-5EED-E69E-7883D867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1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9696-3522-DFB4-70E3-E63C6335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AAC40-1DD4-00A5-CCE3-65CBB5EB1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D158F-FB5D-1CE6-434B-49808721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31E46E-1016-8844-890E-2F389300DC4A}" type="datetime1">
              <a:rPr lang="en-ID" smtClean="0"/>
              <a:t>11/06/2026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8CBF-AD3B-0E7A-3C5C-68CE9D75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E41C-403A-3879-61F8-4862D5C6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6704D-7B6B-191A-BF70-CE72D5F14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DB5C4-E0A2-4BE2-6643-8A1260766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7C4E-090A-5596-79FD-3D693A53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0D61F8-B89E-7041-8466-02DB1C157265}" type="datetime1">
              <a:rPr lang="en-ID" smtClean="0"/>
              <a:t>11/06/2026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A4C20-7E40-A0C9-4330-E607CDB8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71A8-7527-0165-E88E-946651A1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3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BCB52-D08A-5E3F-0A18-816A86A8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8F8D7-F21B-CB52-90B3-8F99B532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F36B-C848-1BF2-01CF-6028908A6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564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84E21-6935-565F-1A56-21C3AD9E1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7389" y="6430780"/>
            <a:ext cx="832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ACBA74-E359-2947-9469-A68EE7F3C1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8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14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9364F3-C241-6F9B-5653-9778E8D7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7723" y="1625493"/>
            <a:ext cx="9144000" cy="1301261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Panduan </a:t>
            </a:r>
            <a:r>
              <a:rPr lang="en-US" sz="4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Penerbitan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Retur untuk </a:t>
            </a:r>
            <a:r>
              <a:rPr lang="nl-NL" sz="4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Kompensasi Selisih HET Pupuk Subsidi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BC0CE-733E-86F1-9731-50F0607A7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6175" y="4860169"/>
            <a:ext cx="1815548" cy="744675"/>
          </a:xfrm>
        </p:spPr>
        <p:txBody>
          <a:bodyPr>
            <a:normAutofit/>
          </a:bodyPr>
          <a:lstStyle/>
          <a:p>
            <a:r>
              <a:rPr lang="en-US" sz="2000" i="1" dirty="0" err="1"/>
              <a:t>Revisi</a:t>
            </a:r>
            <a:r>
              <a:rPr lang="en-US" sz="2000" i="1" dirty="0"/>
              <a:t> ke-3</a:t>
            </a:r>
            <a:endParaRPr lang="en-ID" sz="2000" i="1" dirty="0"/>
          </a:p>
        </p:txBody>
      </p:sp>
    </p:spTree>
    <p:extLst>
      <p:ext uri="{BB962C8B-B14F-4D97-AF65-F5344CB8AC3E}">
        <p14:creationId xmlns:p14="http://schemas.microsoft.com/office/powerpoint/2010/main" val="427075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5B21-1B6B-6286-2133-2E276296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ED332-D743-75BB-2DCD-D0E8D670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566B4-E43F-E620-EB56-3647B709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C7CE39-2ABD-E715-4024-07F5CA19F80E}"/>
              </a:ext>
            </a:extLst>
          </p:cNvPr>
          <p:cNvSpPr/>
          <p:nvPr/>
        </p:nvSpPr>
        <p:spPr>
          <a:xfrm>
            <a:off x="1140903" y="889233"/>
            <a:ext cx="4177717" cy="4963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Buka website </a:t>
            </a:r>
            <a:r>
              <a:rPr lang="id-ID" b="1" dirty="0"/>
              <a:t>coretaxdjp.pajak.go.id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5CEC88-577C-8CCD-CA4E-3511A29F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77" y="1385572"/>
            <a:ext cx="8976973" cy="48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8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0B9FF7-8BFF-B956-A998-B06A7C9DC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260693"/>
              </p:ext>
            </p:extLst>
          </p:nvPr>
        </p:nvGraphicFramePr>
        <p:xfrm>
          <a:off x="1007164" y="1840865"/>
          <a:ext cx="1034663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659">
                  <a:extLst>
                    <a:ext uri="{9D8B030D-6E8A-4147-A177-3AD203B41FA5}">
                      <a16:colId xmlns:a16="http://schemas.microsoft.com/office/drawing/2014/main" val="3431162261"/>
                    </a:ext>
                  </a:extLst>
                </a:gridCol>
                <a:gridCol w="2586659">
                  <a:extLst>
                    <a:ext uri="{9D8B030D-6E8A-4147-A177-3AD203B41FA5}">
                      <a16:colId xmlns:a16="http://schemas.microsoft.com/office/drawing/2014/main" val="1701709394"/>
                    </a:ext>
                  </a:extLst>
                </a:gridCol>
                <a:gridCol w="2586659">
                  <a:extLst>
                    <a:ext uri="{9D8B030D-6E8A-4147-A177-3AD203B41FA5}">
                      <a16:colId xmlns:a16="http://schemas.microsoft.com/office/drawing/2014/main" val="4161727210"/>
                    </a:ext>
                  </a:extLst>
                </a:gridCol>
                <a:gridCol w="2586659">
                  <a:extLst>
                    <a:ext uri="{9D8B030D-6E8A-4147-A177-3AD203B41FA5}">
                      <a16:colId xmlns:a16="http://schemas.microsoft.com/office/drawing/2014/main" val="3330804350"/>
                    </a:ext>
                  </a:extLst>
                </a:gridCol>
              </a:tblGrid>
              <a:tr h="619561">
                <a:tc>
                  <a:txBody>
                    <a:bodyPr/>
                    <a:lstStyle/>
                    <a:p>
                      <a:r>
                        <a:rPr lang="en-US" dirty="0"/>
                        <a:t>Jenis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HET Lama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HET Baru </a:t>
                      </a:r>
                      <a:r>
                        <a:rPr lang="en-US" dirty="0" err="1"/>
                        <a:t>Kepmentan</a:t>
                      </a:r>
                      <a:r>
                        <a:rPr lang="en-US" dirty="0"/>
                        <a:t> 1117 2025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Selisih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39174"/>
                  </a:ext>
                </a:extLst>
              </a:tr>
              <a:tr h="358952">
                <a:tc>
                  <a:txBody>
                    <a:bodyPr/>
                    <a:lstStyle/>
                    <a:p>
                      <a:r>
                        <a:rPr lang="en-US" dirty="0" err="1"/>
                        <a:t>Pupuk</a:t>
                      </a:r>
                      <a:r>
                        <a:rPr lang="en-US" dirty="0"/>
                        <a:t> Urea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 2.250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 1.800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 450 per kg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746969"/>
                  </a:ext>
                </a:extLst>
              </a:tr>
              <a:tr h="358952">
                <a:tc>
                  <a:txBody>
                    <a:bodyPr/>
                    <a:lstStyle/>
                    <a:p>
                      <a:r>
                        <a:rPr lang="en-US" dirty="0" err="1"/>
                        <a:t>Pupuk</a:t>
                      </a:r>
                      <a:r>
                        <a:rPr lang="en-US" dirty="0"/>
                        <a:t> NPK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2.300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1.840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460 per kg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38351"/>
                  </a:ext>
                </a:extLst>
              </a:tr>
              <a:tr h="358952">
                <a:tc>
                  <a:txBody>
                    <a:bodyPr/>
                    <a:lstStyle/>
                    <a:p>
                      <a:r>
                        <a:rPr lang="en-US" dirty="0" err="1"/>
                        <a:t>Pupuk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Organik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800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640 per kg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 160 per kg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52419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C91760-9205-6B25-AD82-1A41F5E2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0F5CA-F408-BDF4-B390-D4D489DE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C7AF57-51A9-64C8-659F-E72069B4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3426"/>
            <a:ext cx="10099190" cy="498382"/>
          </a:xfrm>
        </p:spPr>
        <p:txBody>
          <a:bodyPr>
            <a:normAutofit/>
          </a:bodyPr>
          <a:lstStyle/>
          <a:p>
            <a:r>
              <a:rPr lang="en-US" sz="2800" dirty="0" err="1"/>
              <a:t>Kepmentan</a:t>
            </a:r>
            <a:r>
              <a:rPr lang="en-US" sz="2800" dirty="0"/>
              <a:t> No. 1117/</a:t>
            </a:r>
            <a:r>
              <a:rPr lang="en-US" sz="2800" dirty="0" err="1"/>
              <a:t>Kpts</a:t>
            </a:r>
            <a:r>
              <a:rPr lang="en-US" sz="2800" dirty="0"/>
              <a:t>./SR.310/M/10/2025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419489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3583-5C73-FFF0-A3C5-81AFA95F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A9246-6F13-480A-404F-1DEB3E4F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709F6-28E2-9E10-E1A1-0E637016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B13BA-1E6F-9FAC-6045-9DB8428D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12" y="1162891"/>
            <a:ext cx="3724007" cy="51037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AAF3770-2203-B747-3047-6B852C5EBD1D}"/>
              </a:ext>
            </a:extLst>
          </p:cNvPr>
          <p:cNvSpPr txBox="1">
            <a:spLocks/>
          </p:cNvSpPr>
          <p:nvPr/>
        </p:nvSpPr>
        <p:spPr>
          <a:xfrm>
            <a:off x="5544126" y="2097333"/>
            <a:ext cx="5049912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600" b="1" dirty="0"/>
              <a:t>1</a:t>
            </a:r>
            <a:r>
              <a:rPr lang="en-ID" sz="1600" b="1"/>
              <a:t>. Siapkan Dokumen Faktur Pajak yang akan dikembalikan</a:t>
            </a: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244214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4DEC32-ED8B-3C05-3A83-C190B59C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32" y="1480097"/>
            <a:ext cx="10576820" cy="49506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3F-3241-AF0C-795F-957FCE12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FB14-0B1D-70CD-C12A-E3F04D7A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199865-6630-3D34-E1F5-E044B31DA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6654C5-45F1-B45F-91E3-67984DD78DDB}"/>
              </a:ext>
            </a:extLst>
          </p:cNvPr>
          <p:cNvSpPr txBox="1">
            <a:spLocks/>
          </p:cNvSpPr>
          <p:nvPr/>
        </p:nvSpPr>
        <p:spPr>
          <a:xfrm>
            <a:off x="744496" y="536863"/>
            <a:ext cx="10703008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600" b="1" dirty="0"/>
              <a:t>2. Login </a:t>
            </a:r>
            <a:r>
              <a:rPr lang="en-ID" sz="1600" b="1" dirty="0" err="1"/>
              <a:t>Coretax</a:t>
            </a:r>
            <a:r>
              <a:rPr lang="en-ID" sz="1600" b="1" dirty="0"/>
              <a:t>, </a:t>
            </a:r>
            <a:r>
              <a:rPr lang="en-ID" sz="1600" b="1" dirty="0" err="1"/>
              <a:t>Pilih</a:t>
            </a:r>
            <a:r>
              <a:rPr lang="en-ID" sz="1600" b="1" dirty="0"/>
              <a:t> menu e-</a:t>
            </a:r>
            <a:r>
              <a:rPr lang="en-ID" sz="1600" b="1" dirty="0" err="1"/>
              <a:t>Faktur</a:t>
            </a:r>
            <a:r>
              <a:rPr lang="en-ID" sz="1600" b="1" dirty="0"/>
              <a:t> </a:t>
            </a:r>
            <a:r>
              <a:rPr lang="en-ID" sz="1600" b="1" dirty="0" err="1"/>
              <a:t>lalu</a:t>
            </a:r>
            <a:r>
              <a:rPr lang="en-ID" sz="1600" b="1" dirty="0"/>
              <a:t> </a:t>
            </a:r>
            <a:r>
              <a:rPr lang="en-ID" sz="1600" b="1" dirty="0" err="1"/>
              <a:t>masuk</a:t>
            </a:r>
            <a:r>
              <a:rPr lang="en-ID" sz="1600" b="1" dirty="0"/>
              <a:t> </a:t>
            </a:r>
            <a:r>
              <a:rPr lang="en-ID" sz="1600" b="1" dirty="0" err="1"/>
              <a:t>ke</a:t>
            </a:r>
            <a:r>
              <a:rPr lang="en-ID" sz="1600" b="1" dirty="0"/>
              <a:t> submenu Pajak </a:t>
            </a:r>
            <a:r>
              <a:rPr lang="en-ID" sz="1600" b="1" dirty="0" err="1"/>
              <a:t>Masukan</a:t>
            </a:r>
            <a:r>
              <a:rPr lang="en-ID" sz="1600" b="1" dirty="0"/>
              <a:t>.</a:t>
            </a:r>
          </a:p>
          <a:p>
            <a:r>
              <a:rPr lang="en-ID" sz="1600" b="1" dirty="0"/>
              <a:t>    Cari </a:t>
            </a:r>
            <a:r>
              <a:rPr lang="en-ID" sz="1600" b="1" dirty="0" err="1"/>
              <a:t>nomor</a:t>
            </a:r>
            <a:r>
              <a:rPr lang="en-ID" sz="1600" b="1" dirty="0"/>
              <a:t> </a:t>
            </a:r>
            <a:r>
              <a:rPr lang="en-ID" sz="1600" b="1" dirty="0" err="1"/>
              <a:t>faktur</a:t>
            </a:r>
            <a:r>
              <a:rPr lang="en-ID" sz="1600" b="1" dirty="0"/>
              <a:t> </a:t>
            </a:r>
            <a:r>
              <a:rPr lang="en-ID" sz="1600" b="1" dirty="0" err="1"/>
              <a:t>pajak</a:t>
            </a:r>
            <a:r>
              <a:rPr lang="en-ID" sz="1600" b="1" dirty="0"/>
              <a:t> yang </a:t>
            </a:r>
            <a:r>
              <a:rPr lang="en-ID" sz="1600" b="1" dirty="0" err="1"/>
              <a:t>akan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, </a:t>
            </a:r>
            <a:r>
              <a:rPr lang="en-ID" sz="1600" b="1" dirty="0" err="1"/>
              <a:t>pastikan</a:t>
            </a:r>
            <a:r>
              <a:rPr lang="en-ID" sz="1600" b="1" dirty="0"/>
              <a:t> Status </a:t>
            </a:r>
            <a:r>
              <a:rPr lang="en-ID" sz="1600" b="1" dirty="0" err="1"/>
              <a:t>Faktur</a:t>
            </a:r>
            <a:r>
              <a:rPr lang="en-ID" sz="1600" b="1" dirty="0"/>
              <a:t> “UNCREDITED”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A850F3-E70F-EF80-68BA-5F95846EAB8A}"/>
                  </a:ext>
                </a:extLst>
              </p14:cNvPr>
              <p14:cNvContentPartPr/>
              <p14:nvPr/>
            </p14:nvContentPartPr>
            <p14:xfrm rot="-2184111">
              <a:off x="2347748" y="1846171"/>
              <a:ext cx="681447" cy="68144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A850F3-E70F-EF80-68BA-5F95846EAB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-2184111">
                <a:off x="2329739" y="1828162"/>
                <a:ext cx="717104" cy="717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E915DE-F12C-2F85-042F-6E41C2468359}"/>
                  </a:ext>
                </a:extLst>
              </p14:cNvPr>
              <p14:cNvContentPartPr/>
              <p14:nvPr/>
            </p14:nvContentPartPr>
            <p14:xfrm>
              <a:off x="901303" y="4290014"/>
              <a:ext cx="1081038" cy="47044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E915DE-F12C-2F85-042F-6E41C24683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3304" y="4272017"/>
                <a:ext cx="1116677" cy="506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A9C13C0-7BC7-004F-8B59-8C263687F083}"/>
                  </a:ext>
                </a:extLst>
              </p14:cNvPr>
              <p14:cNvContentPartPr/>
              <p14:nvPr/>
            </p14:nvContentPartPr>
            <p14:xfrm>
              <a:off x="8822525" y="4531445"/>
              <a:ext cx="1387134" cy="45802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A9C13C0-7BC7-004F-8B59-8C263687F0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04524" y="4513441"/>
                <a:ext cx="1422775" cy="49367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893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53833-1376-3D96-5C0C-7AE939395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5122" cy="4351338"/>
          </a:xfrm>
        </p:spPr>
        <p:txBody>
          <a:bodyPr>
            <a:normAutofit/>
          </a:bodyPr>
          <a:lstStyle/>
          <a:p>
            <a:pPr algn="just"/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ketentuan</a:t>
            </a:r>
            <a:r>
              <a:rPr lang="en-ID" sz="1800" dirty="0"/>
              <a:t> pada Pasal 7 </a:t>
            </a:r>
            <a:r>
              <a:rPr lang="en-ID" sz="1800" dirty="0" err="1"/>
              <a:t>bahwa</a:t>
            </a:r>
            <a:r>
              <a:rPr lang="en-ID" sz="1800" dirty="0"/>
              <a:t> PPN </a:t>
            </a:r>
            <a:r>
              <a:rPr lang="en-ID" sz="1800" dirty="0" err="1"/>
              <a:t>atas</a:t>
            </a:r>
            <a:r>
              <a:rPr lang="en-ID" sz="1800" dirty="0"/>
              <a:t> </a:t>
            </a:r>
            <a:r>
              <a:rPr lang="en-ID" sz="1800" dirty="0" err="1"/>
              <a:t>penyerahan</a:t>
            </a:r>
            <a:r>
              <a:rPr lang="en-ID" sz="1800" dirty="0"/>
              <a:t> </a:t>
            </a:r>
            <a:r>
              <a:rPr lang="en-ID" sz="1800" dirty="0" err="1"/>
              <a:t>pupuk</a:t>
            </a:r>
            <a:r>
              <a:rPr lang="en-ID" sz="1800" dirty="0"/>
              <a:t> </a:t>
            </a:r>
            <a:r>
              <a:rPr lang="en-ID" sz="1800" dirty="0" err="1"/>
              <a:t>bersubsidi</a:t>
            </a:r>
            <a:r>
              <a:rPr lang="en-ID" sz="1800" dirty="0"/>
              <a:t> </a:t>
            </a:r>
            <a:r>
              <a:rPr lang="en-ID" sz="1800" b="1" dirty="0" err="1"/>
              <a:t>dipungut</a:t>
            </a:r>
            <a:r>
              <a:rPr lang="en-ID" sz="1800" b="1" dirty="0"/>
              <a:t> 1 kali oleh </a:t>
            </a:r>
            <a:r>
              <a:rPr lang="en-ID" sz="1800" b="1" dirty="0" err="1"/>
              <a:t>produsen</a:t>
            </a:r>
            <a:r>
              <a:rPr lang="en-ID" sz="1800" b="1" dirty="0"/>
              <a:t> pada </a:t>
            </a:r>
            <a:r>
              <a:rPr lang="en-ID" sz="1800" b="1" dirty="0" err="1"/>
              <a:t>saat</a:t>
            </a:r>
            <a:r>
              <a:rPr lang="en-ID" sz="1800" b="1" dirty="0"/>
              <a:t> </a:t>
            </a:r>
            <a:r>
              <a:rPr lang="en-ID" sz="1800" b="1" dirty="0" err="1"/>
              <a:t>penyerahan</a:t>
            </a:r>
            <a:r>
              <a:rPr lang="en-ID" sz="1800" dirty="0"/>
              <a:t> </a:t>
            </a:r>
            <a:r>
              <a:rPr lang="en-ID" sz="1800" dirty="0" err="1"/>
              <a:t>pupuk</a:t>
            </a:r>
            <a:r>
              <a:rPr lang="en-ID" sz="1800" dirty="0"/>
              <a:t> </a:t>
            </a:r>
            <a:r>
              <a:rPr lang="en-ID" sz="1800" dirty="0" err="1"/>
              <a:t>bersubsidi</a:t>
            </a:r>
            <a:r>
              <a:rPr lang="en-ID" sz="1800" dirty="0"/>
              <a:t> </a:t>
            </a:r>
            <a:r>
              <a:rPr lang="en-ID" sz="1800" dirty="0" err="1"/>
              <a:t>kepada</a:t>
            </a:r>
            <a:r>
              <a:rPr lang="en-ID" sz="1800" dirty="0"/>
              <a:t> distributor. </a:t>
            </a:r>
            <a:r>
              <a:rPr lang="en-ID" sz="1800" dirty="0" err="1"/>
              <a:t>Sementara</a:t>
            </a:r>
            <a:r>
              <a:rPr lang="en-ID" sz="1800" dirty="0"/>
              <a:t> </a:t>
            </a:r>
            <a:r>
              <a:rPr lang="en-ID" sz="1800" dirty="0" err="1"/>
              <a:t>itu</a:t>
            </a:r>
            <a:r>
              <a:rPr lang="en-ID" sz="1800" dirty="0"/>
              <a:t>, </a:t>
            </a:r>
            <a:r>
              <a:rPr lang="en-ID" sz="1800" dirty="0" err="1"/>
              <a:t>atas</a:t>
            </a:r>
            <a:r>
              <a:rPr lang="en-ID" sz="1800" dirty="0"/>
              <a:t> </a:t>
            </a:r>
            <a:r>
              <a:rPr lang="en-ID" sz="1800" dirty="0" err="1"/>
              <a:t>penyerahan</a:t>
            </a:r>
            <a:r>
              <a:rPr lang="en-ID" sz="1800" dirty="0"/>
              <a:t> </a:t>
            </a:r>
            <a:r>
              <a:rPr lang="en-ID" sz="1800" dirty="0" err="1"/>
              <a:t>pupuk</a:t>
            </a:r>
            <a:r>
              <a:rPr lang="en-ID" sz="1800" dirty="0"/>
              <a:t> </a:t>
            </a:r>
            <a:r>
              <a:rPr lang="en-ID" sz="1800" dirty="0" err="1"/>
              <a:t>bersubsidi</a:t>
            </a:r>
            <a:r>
              <a:rPr lang="en-ID" sz="1800" dirty="0"/>
              <a:t> yang </a:t>
            </a:r>
            <a:r>
              <a:rPr lang="en-ID" sz="1800" b="1" dirty="0" err="1"/>
              <a:t>telah</a:t>
            </a:r>
            <a:r>
              <a:rPr lang="en-ID" sz="1800" b="1" dirty="0"/>
              <a:t> </a:t>
            </a:r>
            <a:r>
              <a:rPr lang="en-ID" sz="1800" b="1" dirty="0" err="1"/>
              <a:t>dipungut</a:t>
            </a:r>
            <a:r>
              <a:rPr lang="en-ID" sz="1800" b="1" dirty="0"/>
              <a:t> PPN oleh </a:t>
            </a:r>
            <a:r>
              <a:rPr lang="en-ID" sz="1800" b="1" dirty="0" err="1"/>
              <a:t>produsen</a:t>
            </a:r>
            <a:r>
              <a:rPr lang="en-ID" sz="1800" b="1" dirty="0"/>
              <a:t> </a:t>
            </a:r>
            <a:r>
              <a:rPr lang="en-ID" sz="1800" dirty="0" err="1"/>
              <a:t>dari</a:t>
            </a:r>
            <a:r>
              <a:rPr lang="en-ID" sz="1800" dirty="0"/>
              <a:t> distributor </a:t>
            </a:r>
            <a:r>
              <a:rPr lang="en-ID" sz="1800" dirty="0" err="1"/>
              <a:t>kepada</a:t>
            </a:r>
            <a:r>
              <a:rPr lang="en-ID" sz="1800" dirty="0"/>
              <a:t> </a:t>
            </a:r>
            <a:r>
              <a:rPr lang="en-ID" sz="1800" dirty="0" err="1"/>
              <a:t>pengecer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pengecer</a:t>
            </a:r>
            <a:r>
              <a:rPr lang="en-ID" sz="1800" dirty="0"/>
              <a:t> </a:t>
            </a:r>
            <a:r>
              <a:rPr lang="en-ID" sz="1800" dirty="0" err="1"/>
              <a:t>kepada</a:t>
            </a:r>
            <a:r>
              <a:rPr lang="en-ID" sz="1800" dirty="0"/>
              <a:t> </a:t>
            </a:r>
            <a:r>
              <a:rPr lang="en-ID" sz="1800" dirty="0" err="1"/>
              <a:t>kelompok</a:t>
            </a:r>
            <a:r>
              <a:rPr lang="en-ID" sz="1800" dirty="0"/>
              <a:t> </a:t>
            </a:r>
            <a:r>
              <a:rPr lang="en-ID" sz="1800" dirty="0" err="1"/>
              <a:t>tani</a:t>
            </a:r>
            <a:r>
              <a:rPr lang="en-ID" sz="1800" dirty="0"/>
              <a:t> dan/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petani</a:t>
            </a:r>
            <a:r>
              <a:rPr lang="en-ID" sz="1800" dirty="0"/>
              <a:t>, distributor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pengecer</a:t>
            </a:r>
            <a:r>
              <a:rPr lang="en-ID" sz="1800" dirty="0"/>
              <a:t> </a:t>
            </a:r>
            <a:r>
              <a:rPr lang="en-ID" sz="1800" b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memungut</a:t>
            </a:r>
            <a:r>
              <a:rPr lang="en-ID" sz="1800" b="1" dirty="0"/>
              <a:t> dan </a:t>
            </a:r>
            <a:r>
              <a:rPr lang="en-ID" sz="1800" b="1" dirty="0" err="1"/>
              <a:t>menyetor</a:t>
            </a:r>
            <a:r>
              <a:rPr lang="en-ID" sz="1800" b="1" dirty="0"/>
              <a:t> PPN.</a:t>
            </a:r>
          </a:p>
          <a:p>
            <a:pPr algn="just"/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ketentuan</a:t>
            </a:r>
            <a:r>
              <a:rPr lang="en-ID" sz="1800" dirty="0"/>
              <a:t> pada </a:t>
            </a:r>
            <a:r>
              <a:rPr lang="en-ID" sz="1800" dirty="0" err="1"/>
              <a:t>pasal</a:t>
            </a:r>
            <a:r>
              <a:rPr lang="en-ID" sz="1800" dirty="0"/>
              <a:t> 8 </a:t>
            </a:r>
            <a:r>
              <a:rPr lang="en-ID" sz="1800" dirty="0" err="1"/>
              <a:t>ayat</a:t>
            </a:r>
            <a:r>
              <a:rPr lang="en-ID" sz="1800" dirty="0"/>
              <a:t> 2 </a:t>
            </a:r>
            <a:r>
              <a:rPr lang="en-ID" sz="1800" dirty="0" err="1"/>
              <a:t>bahwa</a:t>
            </a:r>
            <a:r>
              <a:rPr lang="en-ID" sz="1800" dirty="0"/>
              <a:t> </a:t>
            </a:r>
            <a:r>
              <a:rPr lang="en-ID" sz="1800" b="1" dirty="0"/>
              <a:t>PPN</a:t>
            </a:r>
            <a:r>
              <a:rPr lang="en-ID" sz="1800" dirty="0"/>
              <a:t> </a:t>
            </a:r>
            <a:r>
              <a:rPr lang="en-ID" sz="1800" dirty="0" err="1"/>
              <a:t>atas</a:t>
            </a:r>
            <a:r>
              <a:rPr lang="en-ID" sz="1800" dirty="0"/>
              <a:t> </a:t>
            </a:r>
            <a:r>
              <a:rPr lang="en-ID" sz="1800" dirty="0" err="1"/>
              <a:t>penyerahan</a:t>
            </a:r>
            <a:r>
              <a:rPr lang="en-ID" sz="1800" dirty="0"/>
              <a:t> </a:t>
            </a:r>
            <a:r>
              <a:rPr lang="en-ID" sz="1800" dirty="0" err="1"/>
              <a:t>pupuk</a:t>
            </a:r>
            <a:r>
              <a:rPr lang="en-ID" sz="1800" dirty="0"/>
              <a:t> </a:t>
            </a:r>
            <a:r>
              <a:rPr lang="en-ID" sz="1800" dirty="0" err="1"/>
              <a:t>bersubsidi</a:t>
            </a:r>
            <a:r>
              <a:rPr lang="en-ID" sz="1800" dirty="0"/>
              <a:t> </a:t>
            </a:r>
            <a:r>
              <a:rPr lang="en-ID" sz="1800" b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dapat</a:t>
            </a:r>
            <a:r>
              <a:rPr lang="en-ID" sz="1800" b="1" dirty="0"/>
              <a:t> </a:t>
            </a:r>
            <a:r>
              <a:rPr lang="en-ID" sz="1800" b="1" dirty="0" err="1"/>
              <a:t>dikreditkan</a:t>
            </a:r>
            <a:r>
              <a:rPr lang="en-ID" sz="1800" b="1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Pajak </a:t>
            </a:r>
            <a:r>
              <a:rPr lang="en-ID" sz="1800" dirty="0" err="1"/>
              <a:t>Masukan</a:t>
            </a:r>
            <a:r>
              <a:rPr lang="en-ID" sz="1800" dirty="0"/>
              <a:t> oleh Distributor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b="1" dirty="0"/>
              <a:t> PUD</a:t>
            </a:r>
            <a:r>
              <a:rPr lang="en-ID" sz="1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0BFD4-D95F-ADC9-581A-E2FD27F77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2214F-0B25-26F3-43DB-32D610E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061E20-E1B7-EDFB-6AAE-683275BA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5660"/>
            <a:ext cx="3800061" cy="880579"/>
          </a:xfrm>
        </p:spPr>
        <p:txBody>
          <a:bodyPr>
            <a:normAutofit/>
          </a:bodyPr>
          <a:lstStyle/>
          <a:p>
            <a:r>
              <a:rPr lang="en-US" sz="2400" dirty="0"/>
              <a:t>PMK No. </a:t>
            </a:r>
            <a:r>
              <a:rPr lang="en-ID" sz="2400" dirty="0"/>
              <a:t>66/PMK.03/2022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26882-12B6-4695-6124-F3FD3CBF9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29" y="1825625"/>
            <a:ext cx="4183352" cy="244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79108-8CFE-816A-2294-7FEFAA478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14" y="4413561"/>
            <a:ext cx="4579582" cy="17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4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4334-5AFD-BB0A-749E-A6975333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F96A30-21AB-1E9E-CDCE-DA0D04E9B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96" y="1499855"/>
            <a:ext cx="10790216" cy="48957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A6A3-840D-5749-5339-AAF8C2FD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C74A-1787-1201-0EB6-C8DDBF81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881774-2E99-5EA6-C7C5-550B31A1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3B5252-EAB6-F632-F9CE-7EE83163DBD3}"/>
              </a:ext>
            </a:extLst>
          </p:cNvPr>
          <p:cNvSpPr txBox="1">
            <a:spLocks/>
          </p:cNvSpPr>
          <p:nvPr/>
        </p:nvSpPr>
        <p:spPr>
          <a:xfrm>
            <a:off x="744496" y="462432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D" sz="1600" b="1" dirty="0"/>
              <a:t>Pada menu e-</a:t>
            </a:r>
            <a:r>
              <a:rPr lang="en-ID" sz="1600" b="1" dirty="0" err="1"/>
              <a:t>Faktur</a:t>
            </a:r>
            <a:r>
              <a:rPr lang="en-ID" sz="1600" b="1" dirty="0"/>
              <a:t>, </a:t>
            </a:r>
            <a:r>
              <a:rPr lang="en-ID" sz="1600" b="1" dirty="0" err="1"/>
              <a:t>lihat</a:t>
            </a:r>
            <a:r>
              <a:rPr lang="en-ID" sz="1600" b="1" dirty="0"/>
              <a:t> submenu e-</a:t>
            </a:r>
            <a:r>
              <a:rPr lang="en-ID" sz="1600" b="1" dirty="0" err="1"/>
              <a:t>Faktur</a:t>
            </a:r>
            <a:r>
              <a:rPr lang="en-ID" sz="1600" b="1" dirty="0"/>
              <a:t>, </a:t>
            </a:r>
            <a:r>
              <a:rPr lang="en-ID" sz="1600" b="1" dirty="0" err="1"/>
              <a:t>klik</a:t>
            </a:r>
            <a:r>
              <a:rPr lang="en-ID" sz="1600" b="1" dirty="0"/>
              <a:t> </a:t>
            </a:r>
            <a:r>
              <a:rPr lang="en-ID" sz="1600" b="1" dirty="0" err="1"/>
              <a:t>Retur</a:t>
            </a:r>
            <a:r>
              <a:rPr lang="en-ID" sz="1600" b="1" dirty="0"/>
              <a:t> Pajak </a:t>
            </a:r>
            <a:r>
              <a:rPr lang="en-ID" sz="1600" b="1" dirty="0" err="1"/>
              <a:t>Masukan</a:t>
            </a:r>
            <a:r>
              <a:rPr lang="en-ID" sz="1600" b="1" dirty="0"/>
              <a:t> </a:t>
            </a:r>
            <a:r>
              <a:rPr lang="en-ID" sz="1600" b="1" dirty="0" err="1"/>
              <a:t>lalu</a:t>
            </a:r>
            <a:r>
              <a:rPr lang="en-ID" sz="1600" b="1" dirty="0"/>
              <a:t> </a:t>
            </a:r>
            <a:r>
              <a:rPr lang="en-ID" sz="1600" b="1" dirty="0" err="1"/>
              <a:t>pilih</a:t>
            </a:r>
            <a:r>
              <a:rPr lang="en-ID" sz="1600" b="1" dirty="0"/>
              <a:t> + Buat </a:t>
            </a:r>
            <a:r>
              <a:rPr lang="en-ID" sz="1600" b="1" dirty="0" err="1"/>
              <a:t>Retur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96565EE-E31F-BB64-9F91-983A1434BD82}"/>
                  </a:ext>
                </a:extLst>
              </p14:cNvPr>
              <p14:cNvContentPartPr/>
              <p14:nvPr/>
            </p14:nvContentPartPr>
            <p14:xfrm>
              <a:off x="2215899" y="1855286"/>
              <a:ext cx="828360" cy="437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96565EE-E31F-BB64-9F91-983A1434BD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7899" y="1837286"/>
                <a:ext cx="86400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AD4B1CE-0088-24F7-5E8B-6844D14B2F51}"/>
                  </a:ext>
                </a:extLst>
              </p14:cNvPr>
              <p14:cNvContentPartPr/>
              <p14:nvPr/>
            </p14:nvContentPartPr>
            <p14:xfrm>
              <a:off x="2725911" y="2775995"/>
              <a:ext cx="1581045" cy="653005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AD4B1CE-0088-24F7-5E8B-6844D14B2F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7912" y="2757996"/>
                <a:ext cx="1616683" cy="688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1AEEBDD-0823-93B6-5D1F-3DC677118B82}"/>
                  </a:ext>
                </a:extLst>
              </p14:cNvPr>
              <p14:cNvContentPartPr/>
              <p14:nvPr/>
            </p14:nvContentPartPr>
            <p14:xfrm>
              <a:off x="838198" y="4744278"/>
              <a:ext cx="1229141" cy="450574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1AEEBDD-0823-93B6-5D1F-3DC677118B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0197" y="4726284"/>
                <a:ext cx="1264784" cy="4862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70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5945-0CA2-C122-C9A9-1CF1478A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DADD2-7B5C-66E5-C599-8C000080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531605"/>
            <a:ext cx="10105673" cy="48247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62BCD-E29E-9C15-04AE-C37FBB03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B0C7E-532D-119C-7CE4-AE51D3B8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E0610B-1539-58EC-1707-0E5093901343}"/>
              </a:ext>
            </a:extLst>
          </p:cNvPr>
          <p:cNvSpPr txBox="1">
            <a:spLocks/>
          </p:cNvSpPr>
          <p:nvPr/>
        </p:nvSpPr>
        <p:spPr>
          <a:xfrm>
            <a:off x="744496" y="499383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Isi </a:t>
            </a:r>
            <a:r>
              <a:rPr lang="en-ID" sz="1600" b="1" dirty="0" err="1"/>
              <a:t>nomor</a:t>
            </a:r>
            <a:r>
              <a:rPr lang="en-ID" sz="1600" b="1" dirty="0"/>
              <a:t> </a:t>
            </a:r>
            <a:r>
              <a:rPr lang="en-ID" sz="1600" b="1" dirty="0" err="1"/>
              <a:t>Faktur</a:t>
            </a:r>
            <a:r>
              <a:rPr lang="en-ID" sz="1600" b="1" dirty="0"/>
              <a:t> Pajak yang </a:t>
            </a:r>
            <a:r>
              <a:rPr lang="en-ID" sz="1600" b="1" dirty="0" err="1"/>
              <a:t>akan</a:t>
            </a:r>
            <a:r>
              <a:rPr lang="en-ID" sz="1600" b="1" dirty="0"/>
              <a:t> di </a:t>
            </a:r>
            <a:r>
              <a:rPr lang="en-ID" sz="1600" b="1" dirty="0" err="1"/>
              <a:t>retur</a:t>
            </a:r>
            <a:r>
              <a:rPr lang="en-ID" sz="1600" b="1" dirty="0"/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/>
              <a:t>Cari, </a:t>
            </a:r>
            <a:r>
              <a:rPr lang="en-ID" sz="1600" b="1" dirty="0" err="1"/>
              <a:t>kemudian</a:t>
            </a:r>
            <a:r>
              <a:rPr lang="en-ID" sz="1600" b="1" dirty="0"/>
              <a:t> </a:t>
            </a:r>
            <a:r>
              <a:rPr lang="en-ID" sz="1600" b="1" dirty="0" err="1"/>
              <a:t>isi</a:t>
            </a:r>
            <a:r>
              <a:rPr lang="en-ID" sz="1600" b="1" dirty="0"/>
              <a:t> </a:t>
            </a:r>
            <a:r>
              <a:rPr lang="en-ID" sz="1600" b="1" dirty="0" err="1"/>
              <a:t>tanggal</a:t>
            </a:r>
            <a:r>
              <a:rPr lang="en-ID" sz="1600" b="1" dirty="0"/>
              <a:t> </a:t>
            </a:r>
            <a:r>
              <a:rPr lang="en-ID" sz="1600" b="1" dirty="0" err="1"/>
              <a:t>Retur</a:t>
            </a:r>
            <a:r>
              <a:rPr lang="en-ID" sz="1600" b="1" dirty="0"/>
              <a:t> </a:t>
            </a:r>
            <a:r>
              <a:rPr lang="en-ID" sz="1600" b="1" dirty="0" err="1"/>
              <a:t>sesuai</a:t>
            </a:r>
            <a:r>
              <a:rPr lang="en-ID" sz="1600" b="1" dirty="0"/>
              <a:t> </a:t>
            </a:r>
            <a:r>
              <a:rPr lang="en-ID" sz="1600" b="1" dirty="0" err="1"/>
              <a:t>dengan</a:t>
            </a:r>
            <a:r>
              <a:rPr lang="en-ID" sz="1600" b="1" dirty="0"/>
              <a:t> </a:t>
            </a:r>
            <a:r>
              <a:rPr lang="en-ID" sz="1600" b="1" dirty="0" err="1"/>
              <a:t>tanggal</a:t>
            </a:r>
            <a:r>
              <a:rPr lang="en-ID" sz="1600" b="1" dirty="0"/>
              <a:t> </a:t>
            </a:r>
            <a:r>
              <a:rPr lang="en-ID" sz="1600" b="1" dirty="0" err="1"/>
              <a:t>dibuatnya</a:t>
            </a:r>
            <a:r>
              <a:rPr lang="en-ID" sz="1600" b="1" dirty="0"/>
              <a:t> Nota </a:t>
            </a:r>
            <a:r>
              <a:rPr lang="en-ID" sz="1600" b="1" dirty="0" err="1"/>
              <a:t>Retur</a:t>
            </a:r>
            <a:r>
              <a:rPr lang="en-ID" sz="1600" b="1" dirty="0"/>
              <a:t> (</a:t>
            </a:r>
            <a:r>
              <a:rPr lang="en-ID" sz="1600" b="1" dirty="0" err="1"/>
              <a:t>bukan</a:t>
            </a:r>
            <a:r>
              <a:rPr lang="en-ID" sz="1600" b="1" dirty="0"/>
              <a:t> </a:t>
            </a:r>
            <a:r>
              <a:rPr lang="en-ID" sz="1600" b="1" dirty="0" err="1"/>
              <a:t>tanggal</a:t>
            </a:r>
            <a:r>
              <a:rPr lang="en-ID" sz="1600" b="1" dirty="0"/>
              <a:t> </a:t>
            </a:r>
            <a:r>
              <a:rPr lang="en-ID" sz="1600" b="1" dirty="0" err="1"/>
              <a:t>Faktur</a:t>
            </a:r>
            <a:r>
              <a:rPr lang="en-ID" sz="1600" b="1" dirty="0"/>
              <a:t> Pajak).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034C60-6EFE-7449-FD31-40067A4DEA7B}"/>
              </a:ext>
            </a:extLst>
          </p:cNvPr>
          <p:cNvSpPr/>
          <p:nvPr/>
        </p:nvSpPr>
        <p:spPr>
          <a:xfrm>
            <a:off x="2993335" y="3600450"/>
            <a:ext cx="121285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80778-76B4-008D-C481-2E9CE6C95CB6}"/>
              </a:ext>
            </a:extLst>
          </p:cNvPr>
          <p:cNvSpPr/>
          <p:nvPr/>
        </p:nvSpPr>
        <p:spPr>
          <a:xfrm>
            <a:off x="6185259" y="4078189"/>
            <a:ext cx="1419225" cy="238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F182A0-CE39-281B-2150-B771D5D7C551}"/>
                  </a:ext>
                </a:extLst>
              </p14:cNvPr>
              <p14:cNvContentPartPr/>
              <p14:nvPr/>
            </p14:nvContentPartPr>
            <p14:xfrm>
              <a:off x="5921924" y="4573477"/>
              <a:ext cx="1092600" cy="69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F182A0-CE39-281B-2150-B771D5D7C5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3924" y="4555477"/>
                <a:ext cx="1128240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A1481E-8DDA-5954-26B1-968ACE02D79D}"/>
                  </a:ext>
                </a:extLst>
              </p14:cNvPr>
              <p14:cNvContentPartPr/>
              <p14:nvPr/>
            </p14:nvContentPartPr>
            <p14:xfrm>
              <a:off x="2900570" y="4791639"/>
              <a:ext cx="958982" cy="420426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A1481E-8DDA-5954-26B1-968ACE02D7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2571" y="4773641"/>
                <a:ext cx="994620" cy="4560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77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0D81-3E71-5CBA-5F60-DA2686CD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94120C-7391-00DF-E2BB-7178266A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73" y="1357225"/>
            <a:ext cx="10307488" cy="4934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416A2-4B06-B544-1492-70011EBD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07A6D-B3D9-2ABA-6220-1683C3CE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0C5B44-1A7B-4729-AE49-D9A838A4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6" y="1331667"/>
            <a:ext cx="10609304" cy="48957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9E5742-7908-281F-1C73-38392467D56F}"/>
              </a:ext>
            </a:extLst>
          </p:cNvPr>
          <p:cNvSpPr txBox="1">
            <a:spLocks/>
          </p:cNvSpPr>
          <p:nvPr/>
        </p:nvSpPr>
        <p:spPr>
          <a:xfrm>
            <a:off x="789673" y="282755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D" sz="1600" b="1" dirty="0"/>
              <a:t>Pada menu Detail </a:t>
            </a:r>
            <a:r>
              <a:rPr lang="en-ID" sz="1600" b="1" dirty="0" err="1"/>
              <a:t>Transaksi</a:t>
            </a:r>
            <a:r>
              <a:rPr lang="en-ID" sz="1600" b="1" dirty="0"/>
              <a:t> </a:t>
            </a:r>
            <a:r>
              <a:rPr lang="en-ID" sz="1600" b="1" dirty="0" err="1"/>
              <a:t>klik</a:t>
            </a:r>
            <a:r>
              <a:rPr lang="en-ID" sz="1600" b="1" dirty="0"/>
              <a:t> Edit.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B09891-3C90-2844-7C15-FADF8E44B016}"/>
                  </a:ext>
                </a:extLst>
              </p14:cNvPr>
              <p14:cNvContentPartPr/>
              <p14:nvPr/>
            </p14:nvContentPartPr>
            <p14:xfrm>
              <a:off x="1687441" y="3877536"/>
              <a:ext cx="911910" cy="402915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B09891-3C90-2844-7C15-FADF8E44B0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9440" y="3859533"/>
                <a:ext cx="947551" cy="4385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225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E58C-90A1-11BF-71D3-4F07AE37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A4F7E-1EF1-2EEC-AEEC-104F54C21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95" y="1525993"/>
            <a:ext cx="10389704" cy="46846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0780-FD11-2E00-72C1-55ACF930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1A072-1849-AC2D-3B5E-2E479707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20B724-B925-7CDB-28A9-5593A051775F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ID" sz="1600" b="1" dirty="0"/>
              <a:t>Akan </a:t>
            </a:r>
            <a:r>
              <a:rPr lang="en-ID" sz="1600" b="1" dirty="0" err="1"/>
              <a:t>muncul</a:t>
            </a:r>
            <a:r>
              <a:rPr lang="en-ID" sz="1600" b="1" dirty="0"/>
              <a:t> pop up, </a:t>
            </a:r>
            <a:r>
              <a:rPr lang="en-ID" sz="1600" b="1" dirty="0" err="1"/>
              <a:t>isikan</a:t>
            </a:r>
            <a:r>
              <a:rPr lang="en-ID" sz="1600" b="1" dirty="0"/>
              <a:t> </a:t>
            </a:r>
            <a:r>
              <a:rPr lang="en-ID" sz="1600" b="1" dirty="0" err="1"/>
              <a:t>jumlah</a:t>
            </a:r>
            <a:r>
              <a:rPr lang="en-ID" sz="1600" b="1" dirty="0"/>
              <a:t> </a:t>
            </a:r>
            <a:r>
              <a:rPr lang="en-ID" sz="1600" b="1" dirty="0" err="1"/>
              <a:t>barang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, </a:t>
            </a:r>
            <a:r>
              <a:rPr lang="en-ID" sz="1600" b="1" dirty="0" err="1"/>
              <a:t>kemudian</a:t>
            </a:r>
            <a:r>
              <a:rPr lang="en-ID" sz="1600" b="1" dirty="0"/>
              <a:t> </a:t>
            </a:r>
            <a:r>
              <a:rPr lang="en-ID" sz="1600" b="1" dirty="0" err="1"/>
              <a:t>isi</a:t>
            </a:r>
            <a:r>
              <a:rPr lang="en-ID" sz="1600" b="1" dirty="0"/>
              <a:t> </a:t>
            </a:r>
            <a:r>
              <a:rPr lang="en-ID" sz="1600" b="1" dirty="0" err="1"/>
              <a:t>nilai</a:t>
            </a:r>
            <a:r>
              <a:rPr lang="en-ID" sz="1600" b="1" dirty="0"/>
              <a:t> DPP Nilai Lain yang </a:t>
            </a:r>
            <a:r>
              <a:rPr lang="en-ID" sz="1600" b="1" dirty="0" err="1"/>
              <a:t>akan</a:t>
            </a:r>
            <a:r>
              <a:rPr lang="en-ID" sz="1600" b="1" dirty="0"/>
              <a:t> </a:t>
            </a:r>
            <a:r>
              <a:rPr lang="en-ID" sz="1600" b="1" dirty="0" err="1"/>
              <a:t>diretur</a:t>
            </a:r>
            <a:r>
              <a:rPr lang="en-ID" sz="1600" b="1" dirty="0"/>
              <a:t> dan </a:t>
            </a:r>
            <a:r>
              <a:rPr lang="en-ID" sz="1600" b="1" dirty="0" err="1"/>
              <a:t>klim</a:t>
            </a:r>
            <a:r>
              <a:rPr lang="en-ID" sz="1600" b="1" dirty="0"/>
              <a:t> </a:t>
            </a:r>
            <a:r>
              <a:rPr lang="en-ID" sz="1600" b="1" dirty="0" err="1"/>
              <a:t>tombol</a:t>
            </a:r>
            <a:r>
              <a:rPr lang="en-ID" sz="1600" b="1" dirty="0"/>
              <a:t> </a:t>
            </a:r>
            <a:r>
              <a:rPr lang="en-ID" sz="1600" b="1" dirty="0" err="1"/>
              <a:t>Simpan</a:t>
            </a:r>
            <a:r>
              <a:rPr lang="en-ID" sz="1600" b="1" dirty="0"/>
              <a:t>.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BEFEFE5-0DA9-550A-4548-1FA61830B975}"/>
                  </a:ext>
                </a:extLst>
              </p14:cNvPr>
              <p14:cNvContentPartPr/>
              <p14:nvPr/>
            </p14:nvContentPartPr>
            <p14:xfrm>
              <a:off x="3002504" y="4472836"/>
              <a:ext cx="1350880" cy="346843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BEFEFE5-0DA9-550A-4548-1FA61830B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4507" y="4454846"/>
                <a:ext cx="1386515" cy="382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E1E26F-14AB-4B19-06FD-11A9A905972F}"/>
                  </a:ext>
                </a:extLst>
              </p14:cNvPr>
              <p14:cNvContentPartPr/>
              <p14:nvPr/>
            </p14:nvContentPartPr>
            <p14:xfrm rot="3">
              <a:off x="6589799" y="3285658"/>
              <a:ext cx="2044525" cy="392064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E1E26F-14AB-4B19-06FD-11A9A90597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3">
                <a:off x="6571801" y="3267673"/>
                <a:ext cx="2080160" cy="427673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37A13F8-FF67-2E0F-8823-759106951C71}"/>
              </a:ext>
            </a:extLst>
          </p:cNvPr>
          <p:cNvSpPr txBox="1"/>
          <p:nvPr/>
        </p:nvSpPr>
        <p:spPr>
          <a:xfrm>
            <a:off x="6950525" y="1155813"/>
            <a:ext cx="3452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DPP Nilai Lain </a:t>
            </a:r>
            <a:r>
              <a:rPr lang="en-US" sz="1400" b="1" dirty="0" err="1">
                <a:solidFill>
                  <a:srgbClr val="FF0000"/>
                </a:solidFill>
              </a:rPr>
              <a:t>diisi</a:t>
            </a:r>
            <a:r>
              <a:rPr lang="en-US" sz="1400" b="1" dirty="0">
                <a:solidFill>
                  <a:srgbClr val="FF0000"/>
                </a:solidFill>
              </a:rPr>
              <a:t> Nilai uang yang </a:t>
            </a:r>
            <a:r>
              <a:rPr lang="en-US" sz="1400" b="1" dirty="0" err="1">
                <a:solidFill>
                  <a:srgbClr val="FF0000"/>
                </a:solidFill>
              </a:rPr>
              <a:t>ditagihkan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dibagi</a:t>
            </a:r>
            <a:r>
              <a:rPr lang="en-US" sz="1400" b="1" dirty="0">
                <a:solidFill>
                  <a:srgbClr val="FF0000"/>
                </a:solidFill>
              </a:rPr>
              <a:t> 1,11 </a:t>
            </a:r>
            <a:r>
              <a:rPr lang="en-US" sz="1400" b="1" dirty="0" err="1">
                <a:solidFill>
                  <a:srgbClr val="FF0000"/>
                </a:solidFill>
              </a:rPr>
              <a:t>dikali</a:t>
            </a:r>
            <a:r>
              <a:rPr lang="en-US" sz="1400" b="1" dirty="0">
                <a:solidFill>
                  <a:srgbClr val="FF0000"/>
                </a:solidFill>
              </a:rPr>
              <a:t> 11/12.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b="1" dirty="0" err="1">
                <a:solidFill>
                  <a:srgbClr val="FF0000"/>
                </a:solidFill>
              </a:rPr>
              <a:t>Contoh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pengembalian</a:t>
            </a:r>
            <a:r>
              <a:rPr lang="en-US" sz="1400" b="1" dirty="0">
                <a:solidFill>
                  <a:srgbClr val="FF0000"/>
                </a:solidFill>
              </a:rPr>
              <a:t> Rp. 15.000.000,-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= Rp. 15.000.000,- : 1,11 x 11/12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= Rp. 12.387.387,-</a:t>
            </a:r>
            <a:endParaRPr lang="en-ID" sz="1400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C6475D-94B7-8395-3C3B-04E21EF94C45}"/>
              </a:ext>
            </a:extLst>
          </p:cNvPr>
          <p:cNvCxnSpPr>
            <a:cxnSpLocks/>
          </p:cNvCxnSpPr>
          <p:nvPr/>
        </p:nvCxnSpPr>
        <p:spPr>
          <a:xfrm>
            <a:off x="7612062" y="2325364"/>
            <a:ext cx="0" cy="96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7BEAF0-906A-AA7A-5F94-1CA8D565CD60}"/>
              </a:ext>
            </a:extLst>
          </p:cNvPr>
          <p:cNvSpPr txBox="1"/>
          <p:nvPr/>
        </p:nvSpPr>
        <p:spPr>
          <a:xfrm>
            <a:off x="622714" y="2830376"/>
            <a:ext cx="19382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Karena </a:t>
            </a:r>
            <a:r>
              <a:rPr lang="en-US" sz="1400" b="1" dirty="0" err="1">
                <a:solidFill>
                  <a:srgbClr val="FF0000"/>
                </a:solidFill>
              </a:rPr>
              <a:t>tidak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ada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pengembalian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barang</a:t>
            </a:r>
            <a:r>
              <a:rPr lang="en-US" sz="1400" b="1" dirty="0">
                <a:solidFill>
                  <a:srgbClr val="FF0000"/>
                </a:solidFill>
              </a:rPr>
              <a:t>, </a:t>
            </a:r>
            <a:r>
              <a:rPr lang="en-US" sz="1400" b="1" dirty="0" err="1">
                <a:solidFill>
                  <a:srgbClr val="FF0000"/>
                </a:solidFill>
              </a:rPr>
              <a:t>maka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diisi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>
                <a:solidFill>
                  <a:srgbClr val="FF0000"/>
                </a:solidFill>
              </a:rPr>
              <a:t>0,01 agar </a:t>
            </a:r>
            <a:r>
              <a:rPr lang="en-GB" sz="1400" b="1" dirty="0" err="1">
                <a:solidFill>
                  <a:srgbClr val="FF0000"/>
                </a:solidFill>
              </a:rPr>
              <a:t>tidak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berpengaruh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signifikan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dengan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kuantum</a:t>
            </a:r>
            <a:r>
              <a:rPr lang="en-GB" sz="1400" b="1" dirty="0">
                <a:solidFill>
                  <a:srgbClr val="FF0000"/>
                </a:solidFill>
              </a:rPr>
              <a:t> pada </a:t>
            </a:r>
            <a:r>
              <a:rPr lang="en-GB" sz="1400" b="1" dirty="0" err="1">
                <a:solidFill>
                  <a:srgbClr val="FF0000"/>
                </a:solidFill>
              </a:rPr>
              <a:t>faktur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 err="1">
                <a:solidFill>
                  <a:srgbClr val="FF0000"/>
                </a:solidFill>
              </a:rPr>
              <a:t>pajak</a:t>
            </a:r>
            <a:r>
              <a:rPr lang="en-GB" sz="1400" b="1" dirty="0">
                <a:solidFill>
                  <a:srgbClr val="FF0000"/>
                </a:solidFill>
              </a:rPr>
              <a:t>.</a:t>
            </a:r>
            <a:endParaRPr lang="en-ID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02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54BF-17EE-A6D6-E301-8A52E9D5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32A99-4E2E-A8C7-FDBD-79CDA61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79D8-E1BD-C4E0-1D26-34CDAD0F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704A2C-B0D7-1C85-E8D4-D490716EA4E9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endParaRPr 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F6845-94B7-25D2-BD8F-DFD4366AEF01}"/>
              </a:ext>
            </a:extLst>
          </p:cNvPr>
          <p:cNvSpPr txBox="1"/>
          <p:nvPr/>
        </p:nvSpPr>
        <p:spPr>
          <a:xfrm>
            <a:off x="967409" y="182880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Misal total Nilai </a:t>
            </a:r>
            <a:r>
              <a:rPr lang="en-US" dirty="0" err="1"/>
              <a:t>Kompensasi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SO 328012345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 PUD &amp; PPTS </a:t>
            </a:r>
            <a:r>
              <a:rPr lang="en-US" dirty="0" err="1"/>
              <a:t>adalah</a:t>
            </a:r>
            <a:r>
              <a:rPr lang="en-US" dirty="0"/>
              <a:t> Rp. 15.000.000,- (Include PPN), </a:t>
            </a:r>
            <a:r>
              <a:rPr lang="en-US" dirty="0" err="1"/>
              <a:t>perhitungannya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Pada </a:t>
            </a:r>
            <a:r>
              <a:rPr lang="en-US" dirty="0" err="1"/>
              <a:t>contoh</a:t>
            </a:r>
            <a:r>
              <a:rPr lang="en-US" dirty="0"/>
              <a:t> table di </a:t>
            </a:r>
            <a:r>
              <a:rPr lang="en-US" dirty="0" err="1"/>
              <a:t>atas</a:t>
            </a:r>
            <a:r>
              <a:rPr lang="en-US" dirty="0"/>
              <a:t>, </a:t>
            </a:r>
            <a:r>
              <a:rPr lang="en-US" dirty="0" err="1"/>
              <a:t>pengisian</a:t>
            </a:r>
            <a:r>
              <a:rPr lang="en-US" dirty="0"/>
              <a:t> Nota </a:t>
            </a:r>
            <a:r>
              <a:rPr lang="en-US" dirty="0" err="1"/>
              <a:t>Retur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Bagian </a:t>
            </a:r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b="1" dirty="0"/>
              <a:t>DPP Nilai Lain </a:t>
            </a:r>
            <a:r>
              <a:rPr lang="en-US" b="1" dirty="0" err="1"/>
              <a:t>Diretur</a:t>
            </a:r>
            <a:r>
              <a:rPr lang="en-US" b="1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Bagian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b="1" dirty="0"/>
              <a:t>PPN </a:t>
            </a:r>
            <a:r>
              <a:rPr lang="en-US" b="1" dirty="0" err="1"/>
              <a:t>Diretur</a:t>
            </a:r>
            <a:r>
              <a:rPr lang="en-US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D8A498-5C80-AC86-E556-337FC0CD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198" y="2526470"/>
            <a:ext cx="7785822" cy="90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EFFD-1816-6143-7ADC-3F3C5FBE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DB9B3-FC3D-4304-230E-E11A7477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67" y="1245743"/>
            <a:ext cx="9022108" cy="46064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1E130-C707-5CC1-DB23-EB6D7F20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0E44-975C-6496-8715-5156D766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781EF4-2F53-57B9-DCD0-7B1F38682CAD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Periksa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diinput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Upload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5F3904-15ED-9A23-8C21-E2748C668354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369BB8D-C747-69D8-7F10-A47191C6F3CD}"/>
                  </a:ext>
                </a:extLst>
              </p14:cNvPr>
              <p14:cNvContentPartPr/>
              <p14:nvPr/>
            </p14:nvContentPartPr>
            <p14:xfrm rot="1">
              <a:off x="1961526" y="5396479"/>
              <a:ext cx="1139483" cy="47187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369BB8D-C747-69D8-7F10-A47191C6F3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">
                <a:off x="1943530" y="5378482"/>
                <a:ext cx="1175114" cy="5075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168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B6CE-4D68-B5EA-3037-4FB7B6B4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3F8C4-ADC6-6E82-D53D-C486E4A0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4" y="1467705"/>
            <a:ext cx="10071652" cy="42095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C254F-DB0B-0859-2BBB-6B4A16A9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FA12E-A872-3108-8168-9106D364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5CD1CC-9D3A-77CD-05DC-6B37097DE44C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 Passphrase,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konfirmasi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tanda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2CA806-3E1F-30BA-DA09-1150907B6C26}"/>
              </a:ext>
            </a:extLst>
          </p:cNvPr>
          <p:cNvCxnSpPr/>
          <p:nvPr/>
        </p:nvCxnSpPr>
        <p:spPr>
          <a:xfrm>
            <a:off x="7612062" y="2325364"/>
            <a:ext cx="0" cy="59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7382C0-58A4-4A59-1EFC-E8C2747D1CF9}"/>
                  </a:ext>
                </a:extLst>
              </p14:cNvPr>
              <p14:cNvContentPartPr/>
              <p14:nvPr/>
            </p14:nvContentPartPr>
            <p14:xfrm rot="1">
              <a:off x="3945698" y="4043832"/>
              <a:ext cx="2150302" cy="217458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7382C0-58A4-4A59-1EFC-E8C2747D1C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">
                <a:off x="3927698" y="4025831"/>
                <a:ext cx="2185942" cy="253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D0E09E-6291-8D8E-501E-AB2615FFBB49}"/>
                  </a:ext>
                </a:extLst>
              </p14:cNvPr>
              <p14:cNvContentPartPr/>
              <p14:nvPr/>
            </p14:nvContentPartPr>
            <p14:xfrm>
              <a:off x="1890389" y="4492127"/>
              <a:ext cx="2150304" cy="76921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D0E09E-6291-8D8E-501E-AB2615FFBB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2389" y="4474130"/>
                <a:ext cx="2185944" cy="8048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24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4830-6FAC-9ADB-F8D3-F340E0BA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337DB4C-4865-F23E-F2D3-4F6DA66A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012" y="4743236"/>
            <a:ext cx="1305107" cy="342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CE127A-DE72-165C-2214-966DF52FB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91" y="1601210"/>
            <a:ext cx="9840698" cy="3105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300AE-1FA5-C9E4-72BF-FB55D51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AE15C-AB12-4DB1-FAD2-86F4EAEC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FE88F8-574D-738B-BFF2-E33333421607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Pembuatan Nota Retur Selesai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1E2BA-4EDE-5F1B-3DF7-44649CED2D70}"/>
              </a:ext>
            </a:extLst>
          </p:cNvPr>
          <p:cNvSpPr txBox="1"/>
          <p:nvPr/>
        </p:nvSpPr>
        <p:spPr>
          <a:xfrm>
            <a:off x="3114261" y="4743236"/>
            <a:ext cx="2593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Ekspor</a:t>
            </a:r>
            <a:r>
              <a:rPr lang="en-US" sz="1400" b="1" dirty="0">
                <a:solidFill>
                  <a:srgbClr val="FF0000"/>
                </a:solidFill>
              </a:rPr>
              <a:t> PDF Nota </a:t>
            </a:r>
            <a:r>
              <a:rPr lang="en-US" sz="1400" b="1" dirty="0" err="1">
                <a:solidFill>
                  <a:srgbClr val="FF0000"/>
                </a:solidFill>
              </a:rPr>
              <a:t>Retur</a:t>
            </a:r>
            <a:endParaRPr lang="en-ID" sz="1400" b="1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55FC5F-199D-E9CE-0933-82DE1919AA1B}"/>
              </a:ext>
            </a:extLst>
          </p:cNvPr>
          <p:cNvCxnSpPr>
            <a:cxnSpLocks/>
          </p:cNvCxnSpPr>
          <p:nvPr/>
        </p:nvCxnSpPr>
        <p:spPr>
          <a:xfrm flipH="1">
            <a:off x="2301817" y="4897124"/>
            <a:ext cx="918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15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F8DA-FB8B-BEBA-BE7F-439505C2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0DF47F0-8666-F131-9D07-7AA78873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09" y="1328631"/>
            <a:ext cx="5423941" cy="4200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85080-0F05-B8AF-CEE8-225040996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226" y="1328631"/>
            <a:ext cx="5600984" cy="42007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08ABE-CA94-4C84-2D73-6AD9FD50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BA74-E359-2947-9469-A68EE7F3C1E5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B03CD-F911-7A2A-5F96-68D35F16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C00E5A-69DD-FE6D-E969-75C2E8E6C687}"/>
              </a:ext>
            </a:extLst>
          </p:cNvPr>
          <p:cNvSpPr txBox="1">
            <a:spLocks/>
          </p:cNvSpPr>
          <p:nvPr/>
        </p:nvSpPr>
        <p:spPr>
          <a:xfrm>
            <a:off x="789673" y="382966"/>
            <a:ext cx="9144000" cy="133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Kembali Nota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terbit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AA4234-5DC0-F373-4C40-B6FFE216E5E8}"/>
              </a:ext>
            </a:extLst>
          </p:cNvPr>
          <p:cNvSpPr txBox="1"/>
          <p:nvPr/>
        </p:nvSpPr>
        <p:spPr>
          <a:xfrm>
            <a:off x="5026709" y="1560744"/>
            <a:ext cx="2138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Referensi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Faktur</a:t>
            </a:r>
            <a:r>
              <a:rPr lang="en-US" sz="1400" b="1" dirty="0">
                <a:solidFill>
                  <a:srgbClr val="FF0000"/>
                </a:solidFill>
              </a:rPr>
              <a:t> Pajak</a:t>
            </a:r>
            <a:endParaRPr lang="en-ID" sz="1400" b="1" dirty="0">
              <a:solidFill>
                <a:srgbClr val="FF0000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62E137E-8E71-A789-2312-C9C1D05E192A}"/>
              </a:ext>
            </a:extLst>
          </p:cNvPr>
          <p:cNvCxnSpPr>
            <a:cxnSpLocks/>
          </p:cNvCxnSpPr>
          <p:nvPr/>
        </p:nvCxnSpPr>
        <p:spPr>
          <a:xfrm flipV="1">
            <a:off x="3130479" y="1855304"/>
            <a:ext cx="5152130" cy="407836"/>
          </a:xfrm>
          <a:prstGeom prst="bentConnector3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E98B7-7762-89DC-81D1-DB997A6664F6}"/>
              </a:ext>
            </a:extLst>
          </p:cNvPr>
          <p:cNvSpPr/>
          <p:nvPr/>
        </p:nvSpPr>
        <p:spPr>
          <a:xfrm>
            <a:off x="952500" y="3568700"/>
            <a:ext cx="44323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39343A-DAEF-1D92-04C4-79CB8011161B}"/>
              </a:ext>
            </a:extLst>
          </p:cNvPr>
          <p:cNvSpPr/>
          <p:nvPr/>
        </p:nvSpPr>
        <p:spPr>
          <a:xfrm>
            <a:off x="6753568" y="2205845"/>
            <a:ext cx="44323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472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9364F3-C241-6F9B-5653-9778E8D7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7723" y="1157790"/>
            <a:ext cx="9144000" cy="2364827"/>
          </a:xfrm>
        </p:spPr>
        <p:txBody>
          <a:bodyPr anchor="ctr">
            <a:normAutofit/>
          </a:bodyPr>
          <a:lstStyle/>
          <a:p>
            <a:pPr algn="r"/>
            <a:r>
              <a:rPr lang="en-US" sz="75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  <a:endParaRPr lang="en-US" sz="7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07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sign 01">
      <a:dk1>
        <a:srgbClr val="002060"/>
      </a:dk1>
      <a:lt1>
        <a:srgbClr val="FFFFFF"/>
      </a:lt1>
      <a:dk2>
        <a:srgbClr val="002060"/>
      </a:dk2>
      <a:lt2>
        <a:srgbClr val="E7E6E6"/>
      </a:lt2>
      <a:accent1>
        <a:srgbClr val="1C3868"/>
      </a:accent1>
      <a:accent2>
        <a:srgbClr val="0459A7"/>
      </a:accent2>
      <a:accent3>
        <a:srgbClr val="498ECC"/>
      </a:accent3>
      <a:accent4>
        <a:srgbClr val="28A1AD"/>
      </a:accent4>
      <a:accent5>
        <a:srgbClr val="1B9647"/>
      </a:accent5>
      <a:accent6>
        <a:srgbClr val="70AD47"/>
      </a:accent6>
      <a:hlink>
        <a:srgbClr val="28A1AD"/>
      </a:hlink>
      <a:folHlink>
        <a:srgbClr val="1B964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493</Words>
  <Application>Microsoft Office PowerPoint</Application>
  <PresentationFormat>Widescreen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Panduan Penerbitan Nota Retur untuk Kompensasi Selisih HET Pupuk Subsidi</vt:lpstr>
      <vt:lpstr>PowerPoint Presentation</vt:lpstr>
      <vt:lpstr>Kepmentan No. 1117/Kpts./SR.310/M/10/2025</vt:lpstr>
      <vt:lpstr>PowerPoint Presentation</vt:lpstr>
      <vt:lpstr>PowerPoint Presentation</vt:lpstr>
      <vt:lpstr>PMK No. 66/PMK.03/2022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er.fadilahashfi@gmail.com</dc:creator>
  <cp:lastModifiedBy>keuangan</cp:lastModifiedBy>
  <cp:revision>33</cp:revision>
  <dcterms:created xsi:type="dcterms:W3CDTF">2024-03-22T07:12:59Z</dcterms:created>
  <dcterms:modified xsi:type="dcterms:W3CDTF">2026-06-11T07:05:22Z</dcterms:modified>
</cp:coreProperties>
</file>